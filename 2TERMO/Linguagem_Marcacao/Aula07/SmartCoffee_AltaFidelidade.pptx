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4319588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8A50"/>
    <a:srgbClr val="80664C"/>
    <a:srgbClr val="DB8E67"/>
    <a:srgbClr val="84694E"/>
    <a:srgbClr val="E19D65"/>
    <a:srgbClr val="FFF9F3"/>
    <a:srgbClr val="806E50"/>
    <a:srgbClr val="F1DE55"/>
    <a:srgbClr val="FAF5C7"/>
    <a:srgbClr val="EBE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510523-7DFE-4B98-B75F-6997756CF12E}" v="6" dt="2026-09-18T19:55:37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2" autoAdjust="0"/>
    <p:restoredTop sz="94660"/>
  </p:normalViewPr>
  <p:slideViewPr>
    <p:cSldViewPr snapToGrid="0">
      <p:cViewPr>
        <p:scale>
          <a:sx n="89" d="100"/>
          <a:sy n="89" d="100"/>
        </p:scale>
        <p:origin x="145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TAVIO CORREIA" userId="cbcf311e-5dd6-48ec-b17a-f8cfd3a0fc31" providerId="ADAL" clId="{7B8D77C2-7D75-47E4-9B7B-92411C611FAE}"/>
    <pc:docChg chg="undo custSel modSld">
      <pc:chgData name="OTAVIO CORREIA" userId="cbcf311e-5dd6-48ec-b17a-f8cfd3a0fc31" providerId="ADAL" clId="{7B8D77C2-7D75-47E4-9B7B-92411C611FAE}" dt="2026-09-18T19:55:48.819" v="1067" actId="1076"/>
      <pc:docMkLst>
        <pc:docMk/>
      </pc:docMkLst>
      <pc:sldChg chg="addSp delSp modSp mod">
        <pc:chgData name="OTAVIO CORREIA" userId="cbcf311e-5dd6-48ec-b17a-f8cfd3a0fc31" providerId="ADAL" clId="{7B8D77C2-7D75-47E4-9B7B-92411C611FAE}" dt="2026-09-18T19:55:48.819" v="1067" actId="1076"/>
        <pc:sldMkLst>
          <pc:docMk/>
          <pc:sldMk cId="1962022500" sldId="256"/>
        </pc:sldMkLst>
        <pc:spChg chg="mod">
          <ac:chgData name="OTAVIO CORREIA" userId="cbcf311e-5dd6-48ec-b17a-f8cfd3a0fc31" providerId="ADAL" clId="{7B8D77C2-7D75-47E4-9B7B-92411C611FAE}" dt="2026-09-18T19:48:58.121" v="710" actId="255"/>
          <ac:spMkLst>
            <pc:docMk/>
            <pc:sldMk cId="1962022500" sldId="256"/>
            <ac:spMk id="36" creationId="{90FCE1F0-89C6-9C9B-A787-ADC5C529095C}"/>
          </ac:spMkLst>
        </pc:spChg>
        <pc:spChg chg="del">
          <ac:chgData name="OTAVIO CORREIA" userId="cbcf311e-5dd6-48ec-b17a-f8cfd3a0fc31" providerId="ADAL" clId="{7B8D77C2-7D75-47E4-9B7B-92411C611FAE}" dt="2026-09-18T19:47:14.587" v="650" actId="478"/>
          <ac:spMkLst>
            <pc:docMk/>
            <pc:sldMk cId="1962022500" sldId="256"/>
            <ac:spMk id="37" creationId="{CF47AB05-1182-0379-67A2-39FF42AA770A}"/>
          </ac:spMkLst>
        </pc:spChg>
        <pc:spChg chg="del">
          <ac:chgData name="OTAVIO CORREIA" userId="cbcf311e-5dd6-48ec-b17a-f8cfd3a0fc31" providerId="ADAL" clId="{7B8D77C2-7D75-47E4-9B7B-92411C611FAE}" dt="2026-09-18T19:47:15.462" v="651" actId="478"/>
          <ac:spMkLst>
            <pc:docMk/>
            <pc:sldMk cId="1962022500" sldId="256"/>
            <ac:spMk id="38" creationId="{D6C44B76-19E5-3EAE-6574-B552A9F22B21}"/>
          </ac:spMkLst>
        </pc:spChg>
        <pc:spChg chg="mod">
          <ac:chgData name="OTAVIO CORREIA" userId="cbcf311e-5dd6-48ec-b17a-f8cfd3a0fc31" providerId="ADAL" clId="{7B8D77C2-7D75-47E4-9B7B-92411C611FAE}" dt="2026-09-18T19:50:00.143" v="734" actId="255"/>
          <ac:spMkLst>
            <pc:docMk/>
            <pc:sldMk cId="1962022500" sldId="256"/>
            <ac:spMk id="39" creationId="{2499277F-9B08-C046-66E9-21049941CD33}"/>
          </ac:spMkLst>
        </pc:spChg>
        <pc:spChg chg="del mod">
          <ac:chgData name="OTAVIO CORREIA" userId="cbcf311e-5dd6-48ec-b17a-f8cfd3a0fc31" providerId="ADAL" clId="{7B8D77C2-7D75-47E4-9B7B-92411C611FAE}" dt="2026-09-18T19:51:02.633" v="808" actId="478"/>
          <ac:spMkLst>
            <pc:docMk/>
            <pc:sldMk cId="1962022500" sldId="256"/>
            <ac:spMk id="46" creationId="{9E15047A-66A5-46F6-CF17-7FF289BE5538}"/>
          </ac:spMkLst>
        </pc:spChg>
        <pc:spChg chg="del mod">
          <ac:chgData name="OTAVIO CORREIA" userId="cbcf311e-5dd6-48ec-b17a-f8cfd3a0fc31" providerId="ADAL" clId="{7B8D77C2-7D75-47E4-9B7B-92411C611FAE}" dt="2026-09-18T19:55:33.063" v="1062" actId="478"/>
          <ac:spMkLst>
            <pc:docMk/>
            <pc:sldMk cId="1962022500" sldId="256"/>
            <ac:spMk id="47" creationId="{2B3184B5-0790-CD62-9BAC-885F5EB09D92}"/>
          </ac:spMkLst>
        </pc:spChg>
        <pc:spChg chg="del mod">
          <ac:chgData name="OTAVIO CORREIA" userId="cbcf311e-5dd6-48ec-b17a-f8cfd3a0fc31" providerId="ADAL" clId="{7B8D77C2-7D75-47E4-9B7B-92411C611FAE}" dt="2026-09-18T19:55:33.685" v="1063" actId="478"/>
          <ac:spMkLst>
            <pc:docMk/>
            <pc:sldMk cId="1962022500" sldId="256"/>
            <ac:spMk id="48" creationId="{D092B7DC-C82D-21EA-EC70-41748DE2A5A0}"/>
          </ac:spMkLst>
        </pc:spChg>
        <pc:spChg chg="del mod">
          <ac:chgData name="OTAVIO CORREIA" userId="cbcf311e-5dd6-48ec-b17a-f8cfd3a0fc31" providerId="ADAL" clId="{7B8D77C2-7D75-47E4-9B7B-92411C611FAE}" dt="2026-09-18T19:55:34.295" v="1064" actId="478"/>
          <ac:spMkLst>
            <pc:docMk/>
            <pc:sldMk cId="1962022500" sldId="256"/>
            <ac:spMk id="49" creationId="{0875B0FF-2192-4DDC-F5F3-A3E41D5B12B5}"/>
          </ac:spMkLst>
        </pc:spChg>
        <pc:spChg chg="del mod">
          <ac:chgData name="OTAVIO CORREIA" userId="cbcf311e-5dd6-48ec-b17a-f8cfd3a0fc31" providerId="ADAL" clId="{7B8D77C2-7D75-47E4-9B7B-92411C611FAE}" dt="2026-09-18T19:55:34.800" v="1065" actId="478"/>
          <ac:spMkLst>
            <pc:docMk/>
            <pc:sldMk cId="1962022500" sldId="256"/>
            <ac:spMk id="50" creationId="{E07ECDC0-C411-FAB9-991C-A926C38E2081}"/>
          </ac:spMkLst>
        </pc:spChg>
        <pc:spChg chg="add del mod">
          <ac:chgData name="OTAVIO CORREIA" userId="cbcf311e-5dd6-48ec-b17a-f8cfd3a0fc31" providerId="ADAL" clId="{7B8D77C2-7D75-47E4-9B7B-92411C611FAE}" dt="2026-09-18T19:54:35.207" v="1042" actId="1076"/>
          <ac:spMkLst>
            <pc:docMk/>
            <pc:sldMk cId="1962022500" sldId="256"/>
            <ac:spMk id="108" creationId="{BF7B1B2E-F0FC-2C1A-DFF8-88D182453C75}"/>
          </ac:spMkLst>
        </pc:spChg>
        <pc:spChg chg="mod">
          <ac:chgData name="OTAVIO CORREIA" userId="cbcf311e-5dd6-48ec-b17a-f8cfd3a0fc31" providerId="ADAL" clId="{7B8D77C2-7D75-47E4-9B7B-92411C611FAE}" dt="2026-09-18T19:44:14.005" v="531" actId="14100"/>
          <ac:spMkLst>
            <pc:docMk/>
            <pc:sldMk cId="1962022500" sldId="256"/>
            <ac:spMk id="114" creationId="{7FFDF5BC-9DAE-1FA3-405B-D996ABABE4E0}"/>
          </ac:spMkLst>
        </pc:spChg>
        <pc:spChg chg="del">
          <ac:chgData name="OTAVIO CORREIA" userId="cbcf311e-5dd6-48ec-b17a-f8cfd3a0fc31" providerId="ADAL" clId="{7B8D77C2-7D75-47E4-9B7B-92411C611FAE}" dt="2026-09-18T19:19:56.932" v="9" actId="478"/>
          <ac:spMkLst>
            <pc:docMk/>
            <pc:sldMk cId="1962022500" sldId="256"/>
            <ac:spMk id="116" creationId="{89D815FE-4B8E-6E2A-F2CD-0120748F08D3}"/>
          </ac:spMkLst>
        </pc:spChg>
        <pc:spChg chg="mod">
          <ac:chgData name="OTAVIO CORREIA" userId="cbcf311e-5dd6-48ec-b17a-f8cfd3a0fc31" providerId="ADAL" clId="{7B8D77C2-7D75-47E4-9B7B-92411C611FAE}" dt="2026-09-18T19:41:36.610" v="449" actId="1076"/>
          <ac:spMkLst>
            <pc:docMk/>
            <pc:sldMk cId="1962022500" sldId="256"/>
            <ac:spMk id="135" creationId="{37654377-21B0-1937-F234-FF9096518174}"/>
          </ac:spMkLst>
        </pc:spChg>
        <pc:spChg chg="mod">
          <ac:chgData name="OTAVIO CORREIA" userId="cbcf311e-5dd6-48ec-b17a-f8cfd3a0fc31" providerId="ADAL" clId="{7B8D77C2-7D75-47E4-9B7B-92411C611FAE}" dt="2026-09-18T19:45:04.984" v="634" actId="1076"/>
          <ac:spMkLst>
            <pc:docMk/>
            <pc:sldMk cId="1962022500" sldId="256"/>
            <ac:spMk id="137" creationId="{1B2CAC9B-E043-611B-A8BC-1F403545E8DB}"/>
          </ac:spMkLst>
        </pc:spChg>
        <pc:spChg chg="mod">
          <ac:chgData name="OTAVIO CORREIA" userId="cbcf311e-5dd6-48ec-b17a-f8cfd3a0fc31" providerId="ADAL" clId="{7B8D77C2-7D75-47E4-9B7B-92411C611FAE}" dt="2026-09-18T19:30:12.495" v="290" actId="14100"/>
          <ac:spMkLst>
            <pc:docMk/>
            <pc:sldMk cId="1962022500" sldId="256"/>
            <ac:spMk id="213" creationId="{F2117521-8BD8-3511-996A-708121071FE4}"/>
          </ac:spMkLst>
        </pc:spChg>
        <pc:spChg chg="add del mod ord">
          <ac:chgData name="OTAVIO CORREIA" userId="cbcf311e-5dd6-48ec-b17a-f8cfd3a0fc31" providerId="ADAL" clId="{7B8D77C2-7D75-47E4-9B7B-92411C611FAE}" dt="2026-09-18T19:21:00.183" v="18" actId="478"/>
          <ac:spMkLst>
            <pc:docMk/>
            <pc:sldMk cId="1962022500" sldId="256"/>
            <ac:spMk id="247" creationId="{90B16D36-E02C-CACF-7D6B-1D99598022B7}"/>
          </ac:spMkLst>
        </pc:spChg>
        <pc:spChg chg="add mod ord">
          <ac:chgData name="OTAVIO CORREIA" userId="cbcf311e-5dd6-48ec-b17a-f8cfd3a0fc31" providerId="ADAL" clId="{7B8D77C2-7D75-47E4-9B7B-92411C611FAE}" dt="2026-09-18T19:25:05.221" v="167" actId="14861"/>
          <ac:spMkLst>
            <pc:docMk/>
            <pc:sldMk cId="1962022500" sldId="256"/>
            <ac:spMk id="249" creationId="{128BC4A6-6192-EFCA-0F41-2D9CDE1D9DE6}"/>
          </ac:spMkLst>
        </pc:spChg>
        <pc:spChg chg="add mod">
          <ac:chgData name="OTAVIO CORREIA" userId="cbcf311e-5dd6-48ec-b17a-f8cfd3a0fc31" providerId="ADAL" clId="{7B8D77C2-7D75-47E4-9B7B-92411C611FAE}" dt="2026-09-18T19:42:56.528" v="493" actId="1076"/>
          <ac:spMkLst>
            <pc:docMk/>
            <pc:sldMk cId="1962022500" sldId="256"/>
            <ac:spMk id="251" creationId="{21A050D7-2EC2-8EE3-065A-389D81B4F441}"/>
          </ac:spMkLst>
        </pc:spChg>
        <pc:spChg chg="add mod">
          <ac:chgData name="OTAVIO CORREIA" userId="cbcf311e-5dd6-48ec-b17a-f8cfd3a0fc31" providerId="ADAL" clId="{7B8D77C2-7D75-47E4-9B7B-92411C611FAE}" dt="2026-09-18T19:41:39.943" v="450" actId="1076"/>
          <ac:spMkLst>
            <pc:docMk/>
            <pc:sldMk cId="1962022500" sldId="256"/>
            <ac:spMk id="253" creationId="{4C5C071B-2E3F-6FCE-B788-97A0DC415056}"/>
          </ac:spMkLst>
        </pc:spChg>
        <pc:spChg chg="mod">
          <ac:chgData name="OTAVIO CORREIA" userId="cbcf311e-5dd6-48ec-b17a-f8cfd3a0fc31" providerId="ADAL" clId="{7B8D77C2-7D75-47E4-9B7B-92411C611FAE}" dt="2026-09-18T19:41:17.722" v="444"/>
          <ac:spMkLst>
            <pc:docMk/>
            <pc:sldMk cId="1962022500" sldId="256"/>
            <ac:spMk id="255" creationId="{57743453-9211-B21B-A835-D0278E5EC378}"/>
          </ac:spMkLst>
        </pc:spChg>
        <pc:spChg chg="mod">
          <ac:chgData name="OTAVIO CORREIA" userId="cbcf311e-5dd6-48ec-b17a-f8cfd3a0fc31" providerId="ADAL" clId="{7B8D77C2-7D75-47E4-9B7B-92411C611FAE}" dt="2026-09-18T19:41:53.300" v="482" actId="20577"/>
          <ac:spMkLst>
            <pc:docMk/>
            <pc:sldMk cId="1962022500" sldId="256"/>
            <ac:spMk id="256" creationId="{901992C6-2A03-BA6F-4733-861F5C7D7A4A}"/>
          </ac:spMkLst>
        </pc:spChg>
        <pc:spChg chg="add mod">
          <ac:chgData name="OTAVIO CORREIA" userId="cbcf311e-5dd6-48ec-b17a-f8cfd3a0fc31" providerId="ADAL" clId="{7B8D77C2-7D75-47E4-9B7B-92411C611FAE}" dt="2026-09-18T19:43:18.274" v="526" actId="1076"/>
          <ac:spMkLst>
            <pc:docMk/>
            <pc:sldMk cId="1962022500" sldId="256"/>
            <ac:spMk id="258" creationId="{09EE8FC1-9ED0-1899-2DC5-581B0F34BDC2}"/>
          </ac:spMkLst>
        </pc:spChg>
        <pc:spChg chg="add mod">
          <ac:chgData name="OTAVIO CORREIA" userId="cbcf311e-5dd6-48ec-b17a-f8cfd3a0fc31" providerId="ADAL" clId="{7B8D77C2-7D75-47E4-9B7B-92411C611FAE}" dt="2026-09-18T19:45:23.726" v="637" actId="1076"/>
          <ac:spMkLst>
            <pc:docMk/>
            <pc:sldMk cId="1962022500" sldId="256"/>
            <ac:spMk id="260" creationId="{702BE90E-8FCC-60B5-ED91-E5A6DB3BE378}"/>
          </ac:spMkLst>
        </pc:spChg>
        <pc:spChg chg="mod topLvl">
          <ac:chgData name="OTAVIO CORREIA" userId="cbcf311e-5dd6-48ec-b17a-f8cfd3a0fc31" providerId="ADAL" clId="{7B8D77C2-7D75-47E4-9B7B-92411C611FAE}" dt="2026-09-18T19:46:51.331" v="648" actId="208"/>
          <ac:spMkLst>
            <pc:docMk/>
            <pc:sldMk cId="1962022500" sldId="256"/>
            <ac:spMk id="262" creationId="{7C03E326-E175-3E0A-4348-8CA03D4011AA}"/>
          </ac:spMkLst>
        </pc:spChg>
        <pc:spChg chg="mod topLvl">
          <ac:chgData name="OTAVIO CORREIA" userId="cbcf311e-5dd6-48ec-b17a-f8cfd3a0fc31" providerId="ADAL" clId="{7B8D77C2-7D75-47E4-9B7B-92411C611FAE}" dt="2026-09-18T19:46:41.274" v="647" actId="165"/>
          <ac:spMkLst>
            <pc:docMk/>
            <pc:sldMk cId="1962022500" sldId="256"/>
            <ac:spMk id="263" creationId="{3EEBDA81-4D59-9B0A-2629-8A43DD664953}"/>
          </ac:spMkLst>
        </pc:spChg>
        <pc:spChg chg="add del mod">
          <ac:chgData name="OTAVIO CORREIA" userId="cbcf311e-5dd6-48ec-b17a-f8cfd3a0fc31" providerId="ADAL" clId="{7B8D77C2-7D75-47E4-9B7B-92411C611FAE}" dt="2026-09-18T19:48:01.988" v="668" actId="478"/>
          <ac:spMkLst>
            <pc:docMk/>
            <pc:sldMk cId="1962022500" sldId="256"/>
            <ac:spMk id="266" creationId="{00855EF2-8B7E-196F-327B-1AA3963DB041}"/>
          </ac:spMkLst>
        </pc:spChg>
        <pc:spChg chg="add del mod">
          <ac:chgData name="OTAVIO CORREIA" userId="cbcf311e-5dd6-48ec-b17a-f8cfd3a0fc31" providerId="ADAL" clId="{7B8D77C2-7D75-47E4-9B7B-92411C611FAE}" dt="2026-09-18T19:48:08.765" v="671" actId="478"/>
          <ac:spMkLst>
            <pc:docMk/>
            <pc:sldMk cId="1962022500" sldId="256"/>
            <ac:spMk id="268" creationId="{1A258F21-77CF-9B3A-77CC-6C782BF9832C}"/>
          </ac:spMkLst>
        </pc:spChg>
        <pc:spChg chg="add mod">
          <ac:chgData name="OTAVIO CORREIA" userId="cbcf311e-5dd6-48ec-b17a-f8cfd3a0fc31" providerId="ADAL" clId="{7B8D77C2-7D75-47E4-9B7B-92411C611FAE}" dt="2026-09-18T19:48:58.121" v="710" actId="255"/>
          <ac:spMkLst>
            <pc:docMk/>
            <pc:sldMk cId="1962022500" sldId="256"/>
            <ac:spMk id="270" creationId="{8E30B01C-072C-5D8A-BA17-004BE9B4A2B8}"/>
          </ac:spMkLst>
        </pc:spChg>
        <pc:spChg chg="add mod">
          <ac:chgData name="OTAVIO CORREIA" userId="cbcf311e-5dd6-48ec-b17a-f8cfd3a0fc31" providerId="ADAL" clId="{7B8D77C2-7D75-47E4-9B7B-92411C611FAE}" dt="2026-09-18T19:49:20.105" v="712" actId="14100"/>
          <ac:spMkLst>
            <pc:docMk/>
            <pc:sldMk cId="1962022500" sldId="256"/>
            <ac:spMk id="272" creationId="{316068ED-FDBE-5DC1-2F15-2E4636A8AD35}"/>
          </ac:spMkLst>
        </pc:spChg>
        <pc:spChg chg="add mod">
          <ac:chgData name="OTAVIO CORREIA" userId="cbcf311e-5dd6-48ec-b17a-f8cfd3a0fc31" providerId="ADAL" clId="{7B8D77C2-7D75-47E4-9B7B-92411C611FAE}" dt="2026-09-18T19:52:07.115" v="849" actId="1076"/>
          <ac:spMkLst>
            <pc:docMk/>
            <pc:sldMk cId="1962022500" sldId="256"/>
            <ac:spMk id="274" creationId="{79E3A137-949B-AA4F-3712-59DD42E990F3}"/>
          </ac:spMkLst>
        </pc:spChg>
        <pc:spChg chg="add del">
          <ac:chgData name="OTAVIO CORREIA" userId="cbcf311e-5dd6-48ec-b17a-f8cfd3a0fc31" providerId="ADAL" clId="{7B8D77C2-7D75-47E4-9B7B-92411C611FAE}" dt="2026-09-18T19:51:10.841" v="810" actId="22"/>
          <ac:spMkLst>
            <pc:docMk/>
            <pc:sldMk cId="1962022500" sldId="256"/>
            <ac:spMk id="276" creationId="{FB86EFB5-CE2A-0068-B14E-35DE6E3981CE}"/>
          </ac:spMkLst>
        </pc:spChg>
        <pc:spChg chg="add mod">
          <ac:chgData name="OTAVIO CORREIA" userId="cbcf311e-5dd6-48ec-b17a-f8cfd3a0fc31" providerId="ADAL" clId="{7B8D77C2-7D75-47E4-9B7B-92411C611FAE}" dt="2026-09-18T19:52:09.151" v="850" actId="1076"/>
          <ac:spMkLst>
            <pc:docMk/>
            <pc:sldMk cId="1962022500" sldId="256"/>
            <ac:spMk id="278" creationId="{41889CF3-8A5C-B9AE-8EE3-E384E6A2E37A}"/>
          </ac:spMkLst>
        </pc:spChg>
        <pc:spChg chg="add mod">
          <ac:chgData name="OTAVIO CORREIA" userId="cbcf311e-5dd6-48ec-b17a-f8cfd3a0fc31" providerId="ADAL" clId="{7B8D77C2-7D75-47E4-9B7B-92411C611FAE}" dt="2026-09-18T19:52:01.465" v="847" actId="1076"/>
          <ac:spMkLst>
            <pc:docMk/>
            <pc:sldMk cId="1962022500" sldId="256"/>
            <ac:spMk id="280" creationId="{74BEED50-A573-DC0E-410C-5EA1AAD4150E}"/>
          </ac:spMkLst>
        </pc:spChg>
        <pc:spChg chg="add mod">
          <ac:chgData name="OTAVIO CORREIA" userId="cbcf311e-5dd6-48ec-b17a-f8cfd3a0fc31" providerId="ADAL" clId="{7B8D77C2-7D75-47E4-9B7B-92411C611FAE}" dt="2026-09-18T19:53:43.242" v="966" actId="20577"/>
          <ac:spMkLst>
            <pc:docMk/>
            <pc:sldMk cId="1962022500" sldId="256"/>
            <ac:spMk id="284" creationId="{78D2E432-11E5-F955-56EF-9F97CA4B27F1}"/>
          </ac:spMkLst>
        </pc:spChg>
        <pc:spChg chg="add mod">
          <ac:chgData name="OTAVIO CORREIA" userId="cbcf311e-5dd6-48ec-b17a-f8cfd3a0fc31" providerId="ADAL" clId="{7B8D77C2-7D75-47E4-9B7B-92411C611FAE}" dt="2026-09-18T19:53:42.098" v="965" actId="20577"/>
          <ac:spMkLst>
            <pc:docMk/>
            <pc:sldMk cId="1962022500" sldId="256"/>
            <ac:spMk id="286" creationId="{EAA20536-24C2-897D-3126-6DF0EED31D92}"/>
          </ac:spMkLst>
        </pc:spChg>
        <pc:spChg chg="add mod">
          <ac:chgData name="OTAVIO CORREIA" userId="cbcf311e-5dd6-48ec-b17a-f8cfd3a0fc31" providerId="ADAL" clId="{7B8D77C2-7D75-47E4-9B7B-92411C611FAE}" dt="2026-09-18T19:54:04.652" v="1024" actId="20577"/>
          <ac:spMkLst>
            <pc:docMk/>
            <pc:sldMk cId="1962022500" sldId="256"/>
            <ac:spMk id="288" creationId="{AC8D4B3A-F203-8953-E5D6-65C2C6BE6CBD}"/>
          </ac:spMkLst>
        </pc:spChg>
        <pc:spChg chg="add mod">
          <ac:chgData name="OTAVIO CORREIA" userId="cbcf311e-5dd6-48ec-b17a-f8cfd3a0fc31" providerId="ADAL" clId="{7B8D77C2-7D75-47E4-9B7B-92411C611FAE}" dt="2026-09-18T19:54:50.560" v="1045" actId="1076"/>
          <ac:spMkLst>
            <pc:docMk/>
            <pc:sldMk cId="1962022500" sldId="256"/>
            <ac:spMk id="290" creationId="{4BAEB991-7F92-2697-CE44-D7EAAF8A8F50}"/>
          </ac:spMkLst>
        </pc:spChg>
        <pc:spChg chg="add mod">
          <ac:chgData name="OTAVIO CORREIA" userId="cbcf311e-5dd6-48ec-b17a-f8cfd3a0fc31" providerId="ADAL" clId="{7B8D77C2-7D75-47E4-9B7B-92411C611FAE}" dt="2026-09-18T19:55:04.436" v="1057" actId="20577"/>
          <ac:spMkLst>
            <pc:docMk/>
            <pc:sldMk cId="1962022500" sldId="256"/>
            <ac:spMk id="292" creationId="{AA9697A3-C230-A95C-E2DD-29FABB86CD69}"/>
          </ac:spMkLst>
        </pc:spChg>
        <pc:spChg chg="add mod">
          <ac:chgData name="OTAVIO CORREIA" userId="cbcf311e-5dd6-48ec-b17a-f8cfd3a0fc31" providerId="ADAL" clId="{7B8D77C2-7D75-47E4-9B7B-92411C611FAE}" dt="2026-09-18T19:55:17.559" v="1061" actId="20577"/>
          <ac:spMkLst>
            <pc:docMk/>
            <pc:sldMk cId="1962022500" sldId="256"/>
            <ac:spMk id="294" creationId="{D40E08C5-B752-1F57-24B0-A133696D7815}"/>
          </ac:spMkLst>
        </pc:spChg>
        <pc:spChg chg="add mod">
          <ac:chgData name="OTAVIO CORREIA" userId="cbcf311e-5dd6-48ec-b17a-f8cfd3a0fc31" providerId="ADAL" clId="{7B8D77C2-7D75-47E4-9B7B-92411C611FAE}" dt="2026-09-18T19:55:48.819" v="1067" actId="1076"/>
          <ac:spMkLst>
            <pc:docMk/>
            <pc:sldMk cId="1962022500" sldId="256"/>
            <ac:spMk id="295" creationId="{25F358DD-FD3D-A8A8-A363-670B265F03D3}"/>
          </ac:spMkLst>
        </pc:spChg>
        <pc:spChg chg="add mod">
          <ac:chgData name="OTAVIO CORREIA" userId="cbcf311e-5dd6-48ec-b17a-f8cfd3a0fc31" providerId="ADAL" clId="{7B8D77C2-7D75-47E4-9B7B-92411C611FAE}" dt="2026-09-18T19:55:48.819" v="1067" actId="1076"/>
          <ac:spMkLst>
            <pc:docMk/>
            <pc:sldMk cId="1962022500" sldId="256"/>
            <ac:spMk id="296" creationId="{D6E71EC2-82D6-92A3-13FC-E6BE4429BA50}"/>
          </ac:spMkLst>
        </pc:spChg>
        <pc:spChg chg="add mod">
          <ac:chgData name="OTAVIO CORREIA" userId="cbcf311e-5dd6-48ec-b17a-f8cfd3a0fc31" providerId="ADAL" clId="{7B8D77C2-7D75-47E4-9B7B-92411C611FAE}" dt="2026-09-18T19:55:48.819" v="1067" actId="1076"/>
          <ac:spMkLst>
            <pc:docMk/>
            <pc:sldMk cId="1962022500" sldId="256"/>
            <ac:spMk id="297" creationId="{67AE7B09-8D56-4F14-2583-6EE62F26680E}"/>
          </ac:spMkLst>
        </pc:spChg>
        <pc:spChg chg="add mod">
          <ac:chgData name="OTAVIO CORREIA" userId="cbcf311e-5dd6-48ec-b17a-f8cfd3a0fc31" providerId="ADAL" clId="{7B8D77C2-7D75-47E4-9B7B-92411C611FAE}" dt="2026-09-18T19:55:48.819" v="1067" actId="1076"/>
          <ac:spMkLst>
            <pc:docMk/>
            <pc:sldMk cId="1962022500" sldId="256"/>
            <ac:spMk id="298" creationId="{1B43FAC2-6886-8CD7-6B94-920BAB787468}"/>
          </ac:spMkLst>
        </pc:spChg>
        <pc:spChg chg="add mod">
          <ac:chgData name="OTAVIO CORREIA" userId="cbcf311e-5dd6-48ec-b17a-f8cfd3a0fc31" providerId="ADAL" clId="{7B8D77C2-7D75-47E4-9B7B-92411C611FAE}" dt="2026-09-18T19:55:48.819" v="1067" actId="1076"/>
          <ac:spMkLst>
            <pc:docMk/>
            <pc:sldMk cId="1962022500" sldId="256"/>
            <ac:spMk id="299" creationId="{640522CF-FE86-9B9F-EFA2-472C7B0A591A}"/>
          </ac:spMkLst>
        </pc:spChg>
        <pc:spChg chg="mod">
          <ac:chgData name="OTAVIO CORREIA" userId="cbcf311e-5dd6-48ec-b17a-f8cfd3a0fc31" providerId="ADAL" clId="{7B8D77C2-7D75-47E4-9B7B-92411C611FAE}" dt="2026-09-18T19:55:37.307" v="1066"/>
          <ac:spMkLst>
            <pc:docMk/>
            <pc:sldMk cId="1962022500" sldId="256"/>
            <ac:spMk id="301" creationId="{14580D55-4736-FD18-039C-498BCAA4269C}"/>
          </ac:spMkLst>
        </pc:spChg>
        <pc:spChg chg="mod">
          <ac:chgData name="OTAVIO CORREIA" userId="cbcf311e-5dd6-48ec-b17a-f8cfd3a0fc31" providerId="ADAL" clId="{7B8D77C2-7D75-47E4-9B7B-92411C611FAE}" dt="2026-09-18T19:55:37.307" v="1066"/>
          <ac:spMkLst>
            <pc:docMk/>
            <pc:sldMk cId="1962022500" sldId="256"/>
            <ac:spMk id="302" creationId="{5F8E80FF-8B41-0AA3-87E0-093BC6AE2835}"/>
          </ac:spMkLst>
        </pc:spChg>
        <pc:grpChg chg="del">
          <ac:chgData name="OTAVIO CORREIA" userId="cbcf311e-5dd6-48ec-b17a-f8cfd3a0fc31" providerId="ADAL" clId="{7B8D77C2-7D75-47E4-9B7B-92411C611FAE}" dt="2026-09-18T19:43:32.863" v="527" actId="478"/>
          <ac:grpSpMkLst>
            <pc:docMk/>
            <pc:sldMk cId="1962022500" sldId="256"/>
            <ac:grpSpMk id="210" creationId="{BFA679B8-64DB-AAD9-5AFA-72CA931D2911}"/>
          </ac:grpSpMkLst>
        </pc:grpChg>
        <pc:grpChg chg="mod">
          <ac:chgData name="OTAVIO CORREIA" userId="cbcf311e-5dd6-48ec-b17a-f8cfd3a0fc31" providerId="ADAL" clId="{7B8D77C2-7D75-47E4-9B7B-92411C611FAE}" dt="2026-09-18T19:45:30.833" v="640" actId="1076"/>
          <ac:grpSpMkLst>
            <pc:docMk/>
            <pc:sldMk cId="1962022500" sldId="256"/>
            <ac:grpSpMk id="240" creationId="{565E9456-F02A-18CE-01D3-D95E0DB69D28}"/>
          </ac:grpSpMkLst>
        </pc:grpChg>
        <pc:grpChg chg="add mod">
          <ac:chgData name="OTAVIO CORREIA" userId="cbcf311e-5dd6-48ec-b17a-f8cfd3a0fc31" providerId="ADAL" clId="{7B8D77C2-7D75-47E4-9B7B-92411C611FAE}" dt="2026-09-18T19:41:33.738" v="448" actId="1076"/>
          <ac:grpSpMkLst>
            <pc:docMk/>
            <pc:sldMk cId="1962022500" sldId="256"/>
            <ac:grpSpMk id="254" creationId="{3E75C945-9A6A-0C5E-3C1C-174404EE2937}"/>
          </ac:grpSpMkLst>
        </pc:grpChg>
        <pc:grpChg chg="add del mod">
          <ac:chgData name="OTAVIO CORREIA" userId="cbcf311e-5dd6-48ec-b17a-f8cfd3a0fc31" providerId="ADAL" clId="{7B8D77C2-7D75-47E4-9B7B-92411C611FAE}" dt="2026-09-18T19:45:47.004" v="642" actId="165"/>
          <ac:grpSpMkLst>
            <pc:docMk/>
            <pc:sldMk cId="1962022500" sldId="256"/>
            <ac:grpSpMk id="261" creationId="{4E6C4536-272A-4C95-4D99-B35F3CB43385}"/>
          </ac:grpSpMkLst>
        </pc:grpChg>
        <pc:grpChg chg="add del mod">
          <ac:chgData name="OTAVIO CORREIA" userId="cbcf311e-5dd6-48ec-b17a-f8cfd3a0fc31" providerId="ADAL" clId="{7B8D77C2-7D75-47E4-9B7B-92411C611FAE}" dt="2026-09-18T19:46:41.274" v="647" actId="165"/>
          <ac:grpSpMkLst>
            <pc:docMk/>
            <pc:sldMk cId="1962022500" sldId="256"/>
            <ac:grpSpMk id="264" creationId="{BC962C0D-949E-84C6-C02C-F2006DBC1CD6}"/>
          </ac:grpSpMkLst>
        </pc:grpChg>
        <pc:grpChg chg="add mod">
          <ac:chgData name="OTAVIO CORREIA" userId="cbcf311e-5dd6-48ec-b17a-f8cfd3a0fc31" providerId="ADAL" clId="{7B8D77C2-7D75-47E4-9B7B-92411C611FAE}" dt="2026-09-18T19:55:48.819" v="1067" actId="1076"/>
          <ac:grpSpMkLst>
            <pc:docMk/>
            <pc:sldMk cId="1962022500" sldId="256"/>
            <ac:grpSpMk id="300" creationId="{FC628B21-021F-29FE-9F70-A631E35A3D64}"/>
          </ac:grpSpMkLst>
        </pc:grpChg>
        <pc:picChg chg="add del mod">
          <ac:chgData name="OTAVIO CORREIA" userId="cbcf311e-5dd6-48ec-b17a-f8cfd3a0fc31" providerId="ADAL" clId="{7B8D77C2-7D75-47E4-9B7B-92411C611FAE}" dt="2026-09-18T19:52:44.498" v="855" actId="478"/>
          <ac:picMkLst>
            <pc:docMk/>
            <pc:sldMk cId="1962022500" sldId="256"/>
            <ac:picMk id="282" creationId="{50B586EC-2F75-7998-D8B1-1A26726784BE}"/>
          </ac:picMkLst>
        </pc:picChg>
        <pc:cxnChg chg="del">
          <ac:chgData name="OTAVIO CORREIA" userId="cbcf311e-5dd6-48ec-b17a-f8cfd3a0fc31" providerId="ADAL" clId="{7B8D77C2-7D75-47E4-9B7B-92411C611FAE}" dt="2026-09-18T19:38:54.637" v="305" actId="478"/>
          <ac:cxnSpMkLst>
            <pc:docMk/>
            <pc:sldMk cId="1962022500" sldId="256"/>
            <ac:cxnSpMk id="51" creationId="{39DF6368-5ED3-6CC4-617A-40D94EF488E3}"/>
          </ac:cxnSpMkLst>
        </pc:cxnChg>
        <pc:cxnChg chg="del">
          <ac:chgData name="OTAVIO CORREIA" userId="cbcf311e-5dd6-48ec-b17a-f8cfd3a0fc31" providerId="ADAL" clId="{7B8D77C2-7D75-47E4-9B7B-92411C611FAE}" dt="2026-09-18T19:39:23.941" v="348" actId="478"/>
          <ac:cxnSpMkLst>
            <pc:docMk/>
            <pc:sldMk cId="1962022500" sldId="256"/>
            <ac:cxnSpMk id="52" creationId="{C028691F-E989-6D10-19E7-521431BA2CD0}"/>
          </ac:cxnSpMkLst>
        </pc:cxnChg>
        <pc:cxnChg chg="del">
          <ac:chgData name="OTAVIO CORREIA" userId="cbcf311e-5dd6-48ec-b17a-f8cfd3a0fc31" providerId="ADAL" clId="{7B8D77C2-7D75-47E4-9B7B-92411C611FAE}" dt="2026-09-18T19:39:36.039" v="352" actId="478"/>
          <ac:cxnSpMkLst>
            <pc:docMk/>
            <pc:sldMk cId="1962022500" sldId="256"/>
            <ac:cxnSpMk id="53" creationId="{ED6F5589-AED2-934A-EB0D-B1B2FEB4F98E}"/>
          </ac:cxnSpMkLst>
        </pc:cxnChg>
        <pc:cxnChg chg="del">
          <ac:chgData name="OTAVIO CORREIA" userId="cbcf311e-5dd6-48ec-b17a-f8cfd3a0fc31" providerId="ADAL" clId="{7B8D77C2-7D75-47E4-9B7B-92411C611FAE}" dt="2026-09-18T19:39:35.021" v="351" actId="478"/>
          <ac:cxnSpMkLst>
            <pc:docMk/>
            <pc:sldMk cId="1962022500" sldId="256"/>
            <ac:cxnSpMk id="54" creationId="{C92B5E72-1548-7F07-AF7C-619DB895F6D6}"/>
          </ac:cxnSpMkLst>
        </pc:cxnChg>
        <pc:cxnChg chg="del">
          <ac:chgData name="OTAVIO CORREIA" userId="cbcf311e-5dd6-48ec-b17a-f8cfd3a0fc31" providerId="ADAL" clId="{7B8D77C2-7D75-47E4-9B7B-92411C611FAE}" dt="2026-09-18T19:50:10.757" v="735" actId="478"/>
          <ac:cxnSpMkLst>
            <pc:docMk/>
            <pc:sldMk cId="1962022500" sldId="256"/>
            <ac:cxnSpMk id="55" creationId="{9473FFA4-A062-6683-6835-80AC92073974}"/>
          </ac:cxnSpMkLst>
        </pc:cxnChg>
        <pc:cxnChg chg="del">
          <ac:chgData name="OTAVIO CORREIA" userId="cbcf311e-5dd6-48ec-b17a-f8cfd3a0fc31" providerId="ADAL" clId="{7B8D77C2-7D75-47E4-9B7B-92411C611FAE}" dt="2026-09-18T19:50:12.732" v="736" actId="478"/>
          <ac:cxnSpMkLst>
            <pc:docMk/>
            <pc:sldMk cId="1962022500" sldId="256"/>
            <ac:cxnSpMk id="56" creationId="{BE78E562-6784-19F3-17F1-38FFEEABAE79}"/>
          </ac:cxnSpMkLst>
        </pc:cxnChg>
        <pc:cxnChg chg="del">
          <ac:chgData name="OTAVIO CORREIA" userId="cbcf311e-5dd6-48ec-b17a-f8cfd3a0fc31" providerId="ADAL" clId="{7B8D77C2-7D75-47E4-9B7B-92411C611FAE}" dt="2026-09-18T19:50:14.453" v="737" actId="478"/>
          <ac:cxnSpMkLst>
            <pc:docMk/>
            <pc:sldMk cId="1962022500" sldId="256"/>
            <ac:cxnSpMk id="57" creationId="{3F1972C7-AAE8-0E23-F2AB-3A86363FF6AC}"/>
          </ac:cxnSpMkLst>
        </pc:cxnChg>
        <pc:cxnChg chg="del">
          <ac:chgData name="OTAVIO CORREIA" userId="cbcf311e-5dd6-48ec-b17a-f8cfd3a0fc31" providerId="ADAL" clId="{7B8D77C2-7D75-47E4-9B7B-92411C611FAE}" dt="2026-09-18T19:50:16.449" v="738" actId="478"/>
          <ac:cxnSpMkLst>
            <pc:docMk/>
            <pc:sldMk cId="1962022500" sldId="256"/>
            <ac:cxnSpMk id="58" creationId="{6AE68686-0004-FD00-7AEA-58BF54162B8D}"/>
          </ac:cxnSpMkLst>
        </pc:cxnChg>
        <pc:cxnChg chg="del">
          <ac:chgData name="OTAVIO CORREIA" userId="cbcf311e-5dd6-48ec-b17a-f8cfd3a0fc31" providerId="ADAL" clId="{7B8D77C2-7D75-47E4-9B7B-92411C611FAE}" dt="2026-09-18T19:43:50.863" v="529" actId="478"/>
          <ac:cxnSpMkLst>
            <pc:docMk/>
            <pc:sldMk cId="1962022500" sldId="256"/>
            <ac:cxnSpMk id="59" creationId="{3F6F0614-7138-99DE-8679-D7190851CEA1}"/>
          </ac:cxnSpMkLst>
        </pc:cxnChg>
        <pc:cxnChg chg="del">
          <ac:chgData name="OTAVIO CORREIA" userId="cbcf311e-5dd6-48ec-b17a-f8cfd3a0fc31" providerId="ADAL" clId="{7B8D77C2-7D75-47E4-9B7B-92411C611FAE}" dt="2026-09-18T19:43:47.104" v="528" actId="478"/>
          <ac:cxnSpMkLst>
            <pc:docMk/>
            <pc:sldMk cId="1962022500" sldId="256"/>
            <ac:cxnSpMk id="60" creationId="{2C0CB634-2A4D-5855-AA34-4B3548A9ED51}"/>
          </ac:cxnSpMkLst>
        </pc:cxnChg>
        <pc:cxnChg chg="del">
          <ac:chgData name="OTAVIO CORREIA" userId="cbcf311e-5dd6-48ec-b17a-f8cfd3a0fc31" providerId="ADAL" clId="{7B8D77C2-7D75-47E4-9B7B-92411C611FAE}" dt="2026-09-18T19:43:53.868" v="530" actId="478"/>
          <ac:cxnSpMkLst>
            <pc:docMk/>
            <pc:sldMk cId="1962022500" sldId="256"/>
            <ac:cxnSpMk id="61" creationId="{1A4AD316-0F4C-257D-E1B1-EC4C687114AB}"/>
          </ac:cxnSpMkLst>
        </pc:cxnChg>
        <pc:cxnChg chg="del">
          <ac:chgData name="OTAVIO CORREIA" userId="cbcf311e-5dd6-48ec-b17a-f8cfd3a0fc31" providerId="ADAL" clId="{7B8D77C2-7D75-47E4-9B7B-92411C611FAE}" dt="2026-09-18T19:49:24.567" v="713" actId="478"/>
          <ac:cxnSpMkLst>
            <pc:docMk/>
            <pc:sldMk cId="1962022500" sldId="256"/>
            <ac:cxnSpMk id="79" creationId="{2C6C0BFD-F052-5195-68DC-3219020E90C3}"/>
          </ac:cxnSpMkLst>
        </pc:cxnChg>
        <pc:cxnChg chg="del mod">
          <ac:chgData name="OTAVIO CORREIA" userId="cbcf311e-5dd6-48ec-b17a-f8cfd3a0fc31" providerId="ADAL" clId="{7B8D77C2-7D75-47E4-9B7B-92411C611FAE}" dt="2026-09-18T19:23:00.498" v="137" actId="478"/>
          <ac:cxnSpMkLst>
            <pc:docMk/>
            <pc:sldMk cId="1962022500" sldId="256"/>
            <ac:cxnSpMk id="197" creationId="{28687942-467A-99D6-F62B-1C5BF85F50C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A68DF-6B61-4217-B6E0-72E487F6A2A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143000"/>
            <a:ext cx="1851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10F81-868D-4345-95EA-44A254EE7B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34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10F81-868D-4345-95EA-44A254EE7B3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854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969" y="1178222"/>
            <a:ext cx="3671650" cy="2506427"/>
          </a:xfrm>
        </p:spPr>
        <p:txBody>
          <a:bodyPr anchor="b"/>
          <a:lstStyle>
            <a:lvl1pPr algn="ctr">
              <a:defRPr sz="283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949" y="3781306"/>
            <a:ext cx="3239691" cy="1738167"/>
          </a:xfrm>
        </p:spPr>
        <p:txBody>
          <a:bodyPr/>
          <a:lstStyle>
            <a:lvl1pPr marL="0" indent="0" algn="ctr">
              <a:buNone/>
              <a:defRPr sz="1134"/>
            </a:lvl1pPr>
            <a:lvl2pPr marL="215981" indent="0" algn="ctr">
              <a:buNone/>
              <a:defRPr sz="945"/>
            </a:lvl2pPr>
            <a:lvl3pPr marL="431963" indent="0" algn="ctr">
              <a:buNone/>
              <a:defRPr sz="850"/>
            </a:lvl3pPr>
            <a:lvl4pPr marL="647944" indent="0" algn="ctr">
              <a:buNone/>
              <a:defRPr sz="756"/>
            </a:lvl4pPr>
            <a:lvl5pPr marL="863925" indent="0" algn="ctr">
              <a:buNone/>
              <a:defRPr sz="756"/>
            </a:lvl5pPr>
            <a:lvl6pPr marL="1079906" indent="0" algn="ctr">
              <a:buNone/>
              <a:defRPr sz="756"/>
            </a:lvl6pPr>
            <a:lvl7pPr marL="1295888" indent="0" algn="ctr">
              <a:buNone/>
              <a:defRPr sz="756"/>
            </a:lvl7pPr>
            <a:lvl8pPr marL="1511869" indent="0" algn="ctr">
              <a:buNone/>
              <a:defRPr sz="756"/>
            </a:lvl8pPr>
            <a:lvl9pPr marL="1727850" indent="0" algn="ctr">
              <a:buNone/>
              <a:defRPr sz="756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20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04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22" y="1794831"/>
            <a:ext cx="3725645" cy="2994714"/>
          </a:xfrm>
        </p:spPr>
        <p:txBody>
          <a:bodyPr anchor="b"/>
          <a:lstStyle>
            <a:lvl1pPr>
              <a:defRPr sz="283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22" y="4817876"/>
            <a:ext cx="3725645" cy="157484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1pPr>
            <a:lvl2pPr marL="215981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2pPr>
            <a:lvl3pPr marL="431963" indent="0">
              <a:buNone/>
              <a:defRPr sz="850">
                <a:solidFill>
                  <a:schemeClr val="tx1">
                    <a:tint val="82000"/>
                  </a:schemeClr>
                </a:solidFill>
              </a:defRPr>
            </a:lvl3pPr>
            <a:lvl4pPr marL="647944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4pPr>
            <a:lvl5pPr marL="863925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5pPr>
            <a:lvl6pPr marL="1079906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6pPr>
            <a:lvl7pPr marL="1295888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7pPr>
            <a:lvl8pPr marL="1511869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8pPr>
            <a:lvl9pPr marL="1727850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400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6972" y="1916484"/>
            <a:ext cx="1835825" cy="456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6791" y="1916484"/>
            <a:ext cx="1835825" cy="456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03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383299"/>
            <a:ext cx="3725645" cy="139153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35" y="1764832"/>
            <a:ext cx="1827388" cy="864917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35" y="2629749"/>
            <a:ext cx="1827388" cy="386796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6791" y="1764832"/>
            <a:ext cx="1836388" cy="864917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6791" y="2629749"/>
            <a:ext cx="1836388" cy="386796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99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3601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76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479954"/>
            <a:ext cx="1393180" cy="1679840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388" y="1036570"/>
            <a:ext cx="2186791" cy="5116178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4" y="2159794"/>
            <a:ext cx="1393180" cy="4001285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213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34" y="479954"/>
            <a:ext cx="1393180" cy="1679840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388" y="1036570"/>
            <a:ext cx="2186791" cy="5116178"/>
          </a:xfrm>
        </p:spPr>
        <p:txBody>
          <a:bodyPr anchor="t"/>
          <a:lstStyle>
            <a:lvl1pPr marL="0" indent="0">
              <a:buNone/>
              <a:defRPr sz="1512"/>
            </a:lvl1pPr>
            <a:lvl2pPr marL="215981" indent="0">
              <a:buNone/>
              <a:defRPr sz="1323"/>
            </a:lvl2pPr>
            <a:lvl3pPr marL="431963" indent="0">
              <a:buNone/>
              <a:defRPr sz="1134"/>
            </a:lvl3pPr>
            <a:lvl4pPr marL="647944" indent="0">
              <a:buNone/>
              <a:defRPr sz="945"/>
            </a:lvl4pPr>
            <a:lvl5pPr marL="863925" indent="0">
              <a:buNone/>
              <a:defRPr sz="945"/>
            </a:lvl5pPr>
            <a:lvl6pPr marL="1079906" indent="0">
              <a:buNone/>
              <a:defRPr sz="945"/>
            </a:lvl6pPr>
            <a:lvl7pPr marL="1295888" indent="0">
              <a:buNone/>
              <a:defRPr sz="945"/>
            </a:lvl7pPr>
            <a:lvl8pPr marL="1511869" indent="0">
              <a:buNone/>
              <a:defRPr sz="945"/>
            </a:lvl8pPr>
            <a:lvl9pPr marL="1727850" indent="0">
              <a:buNone/>
              <a:defRPr sz="94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34" y="2159794"/>
            <a:ext cx="1393180" cy="4001285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16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36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205" y="383297"/>
            <a:ext cx="931411" cy="610108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6972" y="383297"/>
            <a:ext cx="2740239" cy="610108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716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6972" y="383299"/>
            <a:ext cx="3725645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6972" y="1916484"/>
            <a:ext cx="3725645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6972" y="6672698"/>
            <a:ext cx="97190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07891-CAF0-4C24-9ECE-AE15AFA117F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0864" y="6672698"/>
            <a:ext cx="1457861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0709" y="6672698"/>
            <a:ext cx="971907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F9F05-7A74-42C1-94C9-C59320C4FB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64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1963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7991" indent="-107991" algn="l" defTabSz="431963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3972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5934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971916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187897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403878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60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41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1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31963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47944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863925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06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295888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511869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50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tângulo 248">
            <a:extLst>
              <a:ext uri="{FF2B5EF4-FFF2-40B4-BE49-F238E27FC236}">
                <a16:creationId xmlns:a16="http://schemas.microsoft.com/office/drawing/2014/main" id="{128BC4A6-6192-EFCA-0F41-2D9CDE1D9DE6}"/>
              </a:ext>
            </a:extLst>
          </p:cNvPr>
          <p:cNvSpPr/>
          <p:nvPr/>
        </p:nvSpPr>
        <p:spPr>
          <a:xfrm>
            <a:off x="150933" y="5520447"/>
            <a:ext cx="4100665" cy="1168964"/>
          </a:xfrm>
          <a:prstGeom prst="rect">
            <a:avLst/>
          </a:prstGeom>
          <a:solidFill>
            <a:srgbClr val="D88A50">
              <a:alpha val="54118"/>
            </a:srgbClr>
          </a:solidFill>
          <a:ln w="6350">
            <a:solidFill>
              <a:schemeClr val="bg1">
                <a:lumMod val="85000"/>
              </a:schemeClr>
            </a:solidFill>
          </a:ln>
          <a:effectLst>
            <a:innerShdw blurRad="1651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3" name="Retângulo 212">
            <a:extLst>
              <a:ext uri="{FF2B5EF4-FFF2-40B4-BE49-F238E27FC236}">
                <a16:creationId xmlns:a16="http://schemas.microsoft.com/office/drawing/2014/main" id="{F2117521-8BD8-3511-996A-708121071FE4}"/>
              </a:ext>
            </a:extLst>
          </p:cNvPr>
          <p:cNvSpPr/>
          <p:nvPr/>
        </p:nvSpPr>
        <p:spPr>
          <a:xfrm>
            <a:off x="150145" y="3318152"/>
            <a:ext cx="4090835" cy="1144681"/>
          </a:xfrm>
          <a:prstGeom prst="rect">
            <a:avLst/>
          </a:prstGeom>
          <a:solidFill>
            <a:srgbClr val="84694E"/>
          </a:solidFill>
          <a:ln>
            <a:noFill/>
          </a:ln>
          <a:effectLst>
            <a:innerShdw blurRad="660400" dist="50800" dir="13500000">
              <a:prstClr val="black">
                <a:alpha val="82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8" name="Retângulo 117">
            <a:extLst>
              <a:ext uri="{FF2B5EF4-FFF2-40B4-BE49-F238E27FC236}">
                <a16:creationId xmlns:a16="http://schemas.microsoft.com/office/drawing/2014/main" id="{04CA7ABC-E9BF-52E6-0DEF-3E31F26F6531}"/>
              </a:ext>
            </a:extLst>
          </p:cNvPr>
          <p:cNvSpPr/>
          <p:nvPr/>
        </p:nvSpPr>
        <p:spPr>
          <a:xfrm>
            <a:off x="147798" y="6682769"/>
            <a:ext cx="4095750" cy="428564"/>
          </a:xfrm>
          <a:prstGeom prst="rect">
            <a:avLst/>
          </a:prstGeom>
          <a:solidFill>
            <a:srgbClr val="B9A9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Retângulo 113">
            <a:extLst>
              <a:ext uri="{FF2B5EF4-FFF2-40B4-BE49-F238E27FC236}">
                <a16:creationId xmlns:a16="http://schemas.microsoft.com/office/drawing/2014/main" id="{7FFDF5BC-9DAE-1FA3-405B-D996ABABE4E0}"/>
              </a:ext>
            </a:extLst>
          </p:cNvPr>
          <p:cNvSpPr/>
          <p:nvPr/>
        </p:nvSpPr>
        <p:spPr>
          <a:xfrm>
            <a:off x="152492" y="4462836"/>
            <a:ext cx="4095750" cy="1047384"/>
          </a:xfrm>
          <a:prstGeom prst="rect">
            <a:avLst/>
          </a:prstGeom>
          <a:solidFill>
            <a:srgbClr val="FFF9F3"/>
          </a:solidFill>
          <a:ln>
            <a:noFill/>
          </a:ln>
          <a:effectLst>
            <a:innerShdw blurRad="114300">
              <a:srgbClr val="DB8E67">
                <a:alpha val="42000"/>
              </a:srgb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" name="Retângulo 107">
            <a:extLst>
              <a:ext uri="{FF2B5EF4-FFF2-40B4-BE49-F238E27FC236}">
                <a16:creationId xmlns:a16="http://schemas.microsoft.com/office/drawing/2014/main" id="{BF7B1B2E-F0FC-2C1A-DFF8-88D182453C75}"/>
              </a:ext>
            </a:extLst>
          </p:cNvPr>
          <p:cNvSpPr/>
          <p:nvPr/>
        </p:nvSpPr>
        <p:spPr>
          <a:xfrm>
            <a:off x="147577" y="1840934"/>
            <a:ext cx="4100665" cy="1477886"/>
          </a:xfrm>
          <a:prstGeom prst="rect">
            <a:avLst/>
          </a:prstGeom>
          <a:solidFill>
            <a:srgbClr val="D88A50">
              <a:alpha val="54118"/>
            </a:srgbClr>
          </a:solidFill>
          <a:ln w="6350">
            <a:solidFill>
              <a:schemeClr val="bg1">
                <a:lumMod val="85000"/>
              </a:schemeClr>
            </a:solidFill>
          </a:ln>
          <a:effectLst>
            <a:innerShdw blurRad="444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758F0C6A-C850-C044-6167-24C3ED5656CB}"/>
              </a:ext>
            </a:extLst>
          </p:cNvPr>
          <p:cNvSpPr/>
          <p:nvPr/>
        </p:nvSpPr>
        <p:spPr>
          <a:xfrm>
            <a:off x="150145" y="88404"/>
            <a:ext cx="4095750" cy="381000"/>
          </a:xfrm>
          <a:prstGeom prst="rect">
            <a:avLst/>
          </a:prstGeom>
          <a:solidFill>
            <a:srgbClr val="B9A98F"/>
          </a:solidFill>
          <a:ln w="6350">
            <a:solidFill>
              <a:schemeClr val="bg2">
                <a:lumMod val="75000"/>
              </a:schemeClr>
            </a:solidFill>
          </a:ln>
          <a:effectLst>
            <a:innerShdw blurRad="266700">
              <a:srgbClr val="84694E">
                <a:alpha val="95000"/>
              </a:srgb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A1D14D9-FD71-C24E-69C9-F317190EE3ED}"/>
              </a:ext>
            </a:extLst>
          </p:cNvPr>
          <p:cNvSpPr/>
          <p:nvPr/>
        </p:nvSpPr>
        <p:spPr>
          <a:xfrm>
            <a:off x="150145" y="81459"/>
            <a:ext cx="4095750" cy="702945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0FCE1F0-89C6-9C9B-A787-ADC5C529095C}"/>
              </a:ext>
            </a:extLst>
          </p:cNvPr>
          <p:cNvSpPr/>
          <p:nvPr/>
        </p:nvSpPr>
        <p:spPr>
          <a:xfrm>
            <a:off x="2371724" y="5699527"/>
            <a:ext cx="1666875" cy="15716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500" dirty="0">
                <a:solidFill>
                  <a:schemeClr val="tx1"/>
                </a:solidFill>
                <a:latin typeface="Constantia" panose="02030602050306030303" pitchFamily="18" charset="0"/>
              </a:rPr>
              <a:t>Nome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2499277F-9B08-C046-66E9-21049941CD33}"/>
              </a:ext>
            </a:extLst>
          </p:cNvPr>
          <p:cNvSpPr/>
          <p:nvPr/>
        </p:nvSpPr>
        <p:spPr>
          <a:xfrm>
            <a:off x="2367601" y="6284987"/>
            <a:ext cx="1666875" cy="157161"/>
          </a:xfrm>
          <a:prstGeom prst="rect">
            <a:avLst/>
          </a:prstGeom>
          <a:solidFill>
            <a:srgbClr val="D88A50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600" dirty="0">
                <a:latin typeface="Constantia" panose="02030602050306030303" pitchFamily="18" charset="0"/>
              </a:rPr>
              <a:t>Enviar mensagem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1E7933F-AFAE-03D4-0E4A-E39D4FC55CAB}"/>
              </a:ext>
            </a:extLst>
          </p:cNvPr>
          <p:cNvSpPr txBox="1"/>
          <p:nvPr/>
        </p:nvSpPr>
        <p:spPr>
          <a:xfrm>
            <a:off x="444483" y="170426"/>
            <a:ext cx="11047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Smart</a:t>
            </a:r>
            <a:r>
              <a:rPr lang="pt-BR" sz="1050" b="1" dirty="0">
                <a:solidFill>
                  <a:srgbClr val="B46218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Coffee</a:t>
            </a:r>
          </a:p>
        </p:txBody>
      </p:sp>
      <p:sp>
        <p:nvSpPr>
          <p:cNvPr id="245" name="Retângulo 244">
            <a:extLst>
              <a:ext uri="{FF2B5EF4-FFF2-40B4-BE49-F238E27FC236}">
                <a16:creationId xmlns:a16="http://schemas.microsoft.com/office/drawing/2014/main" id="{7289FC7F-D3A8-C76A-57A2-09F564F6DC87}"/>
              </a:ext>
            </a:extLst>
          </p:cNvPr>
          <p:cNvSpPr/>
          <p:nvPr/>
        </p:nvSpPr>
        <p:spPr>
          <a:xfrm>
            <a:off x="147383" y="6682345"/>
            <a:ext cx="4095750" cy="423302"/>
          </a:xfrm>
          <a:prstGeom prst="rect">
            <a:avLst/>
          </a:prstGeom>
          <a:solidFill>
            <a:srgbClr val="B9A98F"/>
          </a:solidFill>
          <a:ln w="6350">
            <a:solidFill>
              <a:schemeClr val="bg2">
                <a:lumMod val="75000"/>
              </a:schemeClr>
            </a:solidFill>
          </a:ln>
          <a:effectLst>
            <a:innerShdw blurRad="266700">
              <a:srgbClr val="84694E">
                <a:alpha val="95000"/>
              </a:srgb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>
              <a:latin typeface="Cascadia Mono Light" panose="020B0609020000020004" pitchFamily="49" charset="0"/>
              <a:ea typeface="Cascadia Mono Light" panose="020B0609020000020004" pitchFamily="49" charset="0"/>
              <a:cs typeface="Cascadia Mono Light" panose="020B0609020000020004" pitchFamily="49" charset="0"/>
            </a:endParaRPr>
          </a:p>
        </p:txBody>
      </p:sp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8F54BBF0-2C7C-FB80-FA2E-B53C1AD69A0E}"/>
              </a:ext>
            </a:extLst>
          </p:cNvPr>
          <p:cNvGrpSpPr/>
          <p:nvPr/>
        </p:nvGrpSpPr>
        <p:grpSpPr>
          <a:xfrm>
            <a:off x="174234" y="103858"/>
            <a:ext cx="340766" cy="340766"/>
            <a:chOff x="161637" y="54125"/>
            <a:chExt cx="409946" cy="409946"/>
          </a:xfrm>
        </p:grpSpPr>
        <p:sp>
          <p:nvSpPr>
            <p:cNvPr id="138" name="Elipse 137">
              <a:extLst>
                <a:ext uri="{FF2B5EF4-FFF2-40B4-BE49-F238E27FC236}">
                  <a16:creationId xmlns:a16="http://schemas.microsoft.com/office/drawing/2014/main" id="{B95D27BA-0F1A-4AC0-EABD-9530270A83EA}"/>
                </a:ext>
              </a:extLst>
            </p:cNvPr>
            <p:cNvSpPr/>
            <p:nvPr/>
          </p:nvSpPr>
          <p:spPr>
            <a:xfrm>
              <a:off x="169934" y="93951"/>
              <a:ext cx="378334" cy="3538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86" name="Imagem 85">
              <a:extLst>
                <a:ext uri="{FF2B5EF4-FFF2-40B4-BE49-F238E27FC236}">
                  <a16:creationId xmlns:a16="http://schemas.microsoft.com/office/drawing/2014/main" id="{9CCE38D9-4AD9-DD28-A000-987993B3F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637" y="54125"/>
              <a:ext cx="409946" cy="409946"/>
            </a:xfrm>
            <a:prstGeom prst="rect">
              <a:avLst/>
            </a:prstGeom>
          </p:spPr>
        </p:pic>
      </p:grp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56F52CC1-4EA3-F3FE-CC7C-0BFC3792A7ED}"/>
              </a:ext>
            </a:extLst>
          </p:cNvPr>
          <p:cNvSpPr txBox="1"/>
          <p:nvPr/>
        </p:nvSpPr>
        <p:spPr>
          <a:xfrm>
            <a:off x="1575115" y="229730"/>
            <a:ext cx="5507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chemeClr val="bg1"/>
                </a:solidFill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Início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6E0AB401-89BE-0E7C-047F-F3F94147B032}"/>
              </a:ext>
            </a:extLst>
          </p:cNvPr>
          <p:cNvSpPr txBox="1"/>
          <p:nvPr/>
        </p:nvSpPr>
        <p:spPr>
          <a:xfrm>
            <a:off x="1877076" y="232699"/>
            <a:ext cx="5507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chemeClr val="bg1"/>
                </a:solidFill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Sobre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A583BF66-6E7D-3249-BCFB-D06766456522}"/>
              </a:ext>
            </a:extLst>
          </p:cNvPr>
          <p:cNvSpPr txBox="1"/>
          <p:nvPr/>
        </p:nvSpPr>
        <p:spPr>
          <a:xfrm>
            <a:off x="2138666" y="232699"/>
            <a:ext cx="7387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chemeClr val="bg1"/>
                </a:solidFill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Produtos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B07A29FE-5BDE-2F0D-1DD0-A591A27E77C8}"/>
              </a:ext>
            </a:extLst>
          </p:cNvPr>
          <p:cNvSpPr txBox="1"/>
          <p:nvPr/>
        </p:nvSpPr>
        <p:spPr>
          <a:xfrm>
            <a:off x="2560390" y="226275"/>
            <a:ext cx="7387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chemeClr val="bg1"/>
                </a:solidFill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Ambiente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20122987-BFD9-5A8B-A6DC-C480FF7A018F}"/>
              </a:ext>
            </a:extLst>
          </p:cNvPr>
          <p:cNvSpPr txBox="1"/>
          <p:nvPr/>
        </p:nvSpPr>
        <p:spPr>
          <a:xfrm>
            <a:off x="2955324" y="226916"/>
            <a:ext cx="7387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chemeClr val="bg1"/>
                </a:solidFill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Contato</a:t>
            </a:r>
          </a:p>
        </p:txBody>
      </p: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E671E2CD-8D6D-9E4B-C07D-DEDCD9AFD960}"/>
              </a:ext>
            </a:extLst>
          </p:cNvPr>
          <p:cNvGrpSpPr/>
          <p:nvPr/>
        </p:nvGrpSpPr>
        <p:grpSpPr>
          <a:xfrm>
            <a:off x="3469940" y="218051"/>
            <a:ext cx="738785" cy="193429"/>
            <a:chOff x="3441364" y="180238"/>
            <a:chExt cx="738785" cy="193429"/>
          </a:xfrm>
        </p:grpSpPr>
        <p:sp>
          <p:nvSpPr>
            <p:cNvPr id="104" name="Retângulo: Cantos Arredondados 103">
              <a:extLst>
                <a:ext uri="{FF2B5EF4-FFF2-40B4-BE49-F238E27FC236}">
                  <a16:creationId xmlns:a16="http://schemas.microsoft.com/office/drawing/2014/main" id="{3E8A1800-D65C-3E5A-DA2C-23CE15B5217E}"/>
                </a:ext>
              </a:extLst>
            </p:cNvPr>
            <p:cNvSpPr/>
            <p:nvPr/>
          </p:nvSpPr>
          <p:spPr>
            <a:xfrm>
              <a:off x="3502048" y="180238"/>
              <a:ext cx="628686" cy="192890"/>
            </a:xfrm>
            <a:prstGeom prst="roundRect">
              <a:avLst/>
            </a:prstGeom>
            <a:solidFill>
              <a:srgbClr val="B46218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id="{AE0D84EE-09DC-55E6-0D0A-37F2F3841558}"/>
                </a:ext>
              </a:extLst>
            </p:cNvPr>
            <p:cNvSpPr txBox="1"/>
            <p:nvPr/>
          </p:nvSpPr>
          <p:spPr>
            <a:xfrm>
              <a:off x="3441364" y="189001"/>
              <a:ext cx="7387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b="1" dirty="0">
                  <a:solidFill>
                    <a:schemeClr val="bg1"/>
                  </a:solidFill>
                  <a:latin typeface="Constantia" panose="02030602050306030303" pitchFamily="18" charset="0"/>
                  <a:ea typeface="Cascadia Mono SemiBold" panose="020B0609020000020004" pitchFamily="49" charset="0"/>
                  <a:cs typeface="Cascadia Mono SemiBold" panose="020B0609020000020004" pitchFamily="49" charset="0"/>
                </a:rPr>
                <a:t>Cardápio</a:t>
              </a:r>
            </a:p>
          </p:txBody>
        </p:sp>
      </p:grpSp>
      <p:sp>
        <p:nvSpPr>
          <p:cNvPr id="129" name="CaixaDeTexto 128">
            <a:extLst>
              <a:ext uri="{FF2B5EF4-FFF2-40B4-BE49-F238E27FC236}">
                <a16:creationId xmlns:a16="http://schemas.microsoft.com/office/drawing/2014/main" id="{9C2CA358-1293-9153-77ED-FB86B1D0D728}"/>
              </a:ext>
            </a:extLst>
          </p:cNvPr>
          <p:cNvSpPr txBox="1"/>
          <p:nvPr/>
        </p:nvSpPr>
        <p:spPr>
          <a:xfrm>
            <a:off x="255322" y="708185"/>
            <a:ext cx="1823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Corbel" panose="020B0503020204020204" pitchFamily="34" charset="0"/>
                <a:cs typeface="Arial" panose="020B0604020202020204" pitchFamily="34" charset="0"/>
              </a:rPr>
              <a:t>Café que</a:t>
            </a:r>
            <a:br>
              <a:rPr lang="pt-BR" b="1" dirty="0">
                <a:latin typeface="Corbel" panose="020B0503020204020204" pitchFamily="34" charset="0"/>
                <a:cs typeface="Arial" panose="020B0604020202020204" pitchFamily="34" charset="0"/>
              </a:rPr>
            </a:br>
            <a:r>
              <a:rPr lang="pt-BR" b="1" dirty="0">
                <a:latin typeface="Corbel" panose="020B0503020204020204" pitchFamily="34" charset="0"/>
                <a:cs typeface="Arial" panose="020B0604020202020204" pitchFamily="34" charset="0"/>
              </a:rPr>
              <a:t>conecta pessoas</a:t>
            </a:r>
          </a:p>
        </p:txBody>
      </p: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358DE208-52DC-AC5E-9589-46C5DF34F892}"/>
              </a:ext>
            </a:extLst>
          </p:cNvPr>
          <p:cNvSpPr txBox="1"/>
          <p:nvPr/>
        </p:nvSpPr>
        <p:spPr>
          <a:xfrm>
            <a:off x="1764979" y="1819368"/>
            <a:ext cx="7954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" b="1" dirty="0">
                <a:solidFill>
                  <a:srgbClr val="C66A1A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NOSSOS  PRODUTOS</a:t>
            </a:r>
          </a:p>
        </p:txBody>
      </p: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37654377-21B0-1937-F234-FF9096518174}"/>
              </a:ext>
            </a:extLst>
          </p:cNvPr>
          <p:cNvSpPr txBox="1"/>
          <p:nvPr/>
        </p:nvSpPr>
        <p:spPr>
          <a:xfrm>
            <a:off x="193363" y="3487228"/>
            <a:ext cx="1511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bg1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Um espaço para boas ideias</a:t>
            </a:r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1B2CAC9B-E043-611B-A8BC-1F403545E8DB}"/>
              </a:ext>
            </a:extLst>
          </p:cNvPr>
          <p:cNvSpPr txBox="1"/>
          <p:nvPr/>
        </p:nvSpPr>
        <p:spPr>
          <a:xfrm>
            <a:off x="2086850" y="4603096"/>
            <a:ext cx="7906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>
                <a:solidFill>
                  <a:srgbClr val="8E7958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Sobre nós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F0E1AB5F-3FFB-873F-3515-D91F4CFD0635}"/>
              </a:ext>
            </a:extLst>
          </p:cNvPr>
          <p:cNvSpPr txBox="1"/>
          <p:nvPr/>
        </p:nvSpPr>
        <p:spPr>
          <a:xfrm>
            <a:off x="453024" y="6790606"/>
            <a:ext cx="11047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Smart</a:t>
            </a:r>
            <a:r>
              <a:rPr lang="pt-BR" sz="1050" b="1" dirty="0">
                <a:solidFill>
                  <a:srgbClr val="B46218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Coffee</a:t>
            </a:r>
          </a:p>
        </p:txBody>
      </p:sp>
      <p:grpSp>
        <p:nvGrpSpPr>
          <p:cNvPr id="145" name="Agrupar 144">
            <a:extLst>
              <a:ext uri="{FF2B5EF4-FFF2-40B4-BE49-F238E27FC236}">
                <a16:creationId xmlns:a16="http://schemas.microsoft.com/office/drawing/2014/main" id="{34DACE66-DB81-0A2D-BB70-8778A8EE0C99}"/>
              </a:ext>
            </a:extLst>
          </p:cNvPr>
          <p:cNvGrpSpPr/>
          <p:nvPr/>
        </p:nvGrpSpPr>
        <p:grpSpPr>
          <a:xfrm>
            <a:off x="182775" y="6724038"/>
            <a:ext cx="340766" cy="340766"/>
            <a:chOff x="161637" y="54125"/>
            <a:chExt cx="409946" cy="409946"/>
          </a:xfrm>
        </p:grpSpPr>
        <p:sp>
          <p:nvSpPr>
            <p:cNvPr id="146" name="Elipse 145">
              <a:extLst>
                <a:ext uri="{FF2B5EF4-FFF2-40B4-BE49-F238E27FC236}">
                  <a16:creationId xmlns:a16="http://schemas.microsoft.com/office/drawing/2014/main" id="{6F73ABC7-7A0D-F8C9-F2B6-606CD3F4E3F3}"/>
                </a:ext>
              </a:extLst>
            </p:cNvPr>
            <p:cNvSpPr/>
            <p:nvPr/>
          </p:nvSpPr>
          <p:spPr>
            <a:xfrm>
              <a:off x="169934" y="93951"/>
              <a:ext cx="378334" cy="3538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47" name="Imagem 146">
              <a:extLst>
                <a:ext uri="{FF2B5EF4-FFF2-40B4-BE49-F238E27FC236}">
                  <a16:creationId xmlns:a16="http://schemas.microsoft.com/office/drawing/2014/main" id="{FF63A3E1-C766-8819-9F0E-C84B4CB44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637" y="54125"/>
              <a:ext cx="409946" cy="409946"/>
            </a:xfrm>
            <a:prstGeom prst="rect">
              <a:avLst/>
            </a:prstGeom>
          </p:spPr>
        </p:pic>
      </p:grpSp>
      <p:grpSp>
        <p:nvGrpSpPr>
          <p:cNvPr id="148" name="Agrupar 147">
            <a:extLst>
              <a:ext uri="{FF2B5EF4-FFF2-40B4-BE49-F238E27FC236}">
                <a16:creationId xmlns:a16="http://schemas.microsoft.com/office/drawing/2014/main" id="{F37A1616-52AA-B5E8-9732-9E7BD11961AA}"/>
              </a:ext>
            </a:extLst>
          </p:cNvPr>
          <p:cNvGrpSpPr/>
          <p:nvPr/>
        </p:nvGrpSpPr>
        <p:grpSpPr>
          <a:xfrm>
            <a:off x="280988" y="1515182"/>
            <a:ext cx="1014412" cy="211792"/>
            <a:chOff x="3441364" y="180238"/>
            <a:chExt cx="738785" cy="192890"/>
          </a:xfrm>
        </p:grpSpPr>
        <p:sp>
          <p:nvSpPr>
            <p:cNvPr id="149" name="Retângulo: Cantos Arredondados 148">
              <a:extLst>
                <a:ext uri="{FF2B5EF4-FFF2-40B4-BE49-F238E27FC236}">
                  <a16:creationId xmlns:a16="http://schemas.microsoft.com/office/drawing/2014/main" id="{F2631B2C-1476-0F8B-8944-62C12B6BD371}"/>
                </a:ext>
              </a:extLst>
            </p:cNvPr>
            <p:cNvSpPr/>
            <p:nvPr/>
          </p:nvSpPr>
          <p:spPr>
            <a:xfrm>
              <a:off x="3502048" y="180238"/>
              <a:ext cx="628686" cy="192890"/>
            </a:xfrm>
            <a:prstGeom prst="roundRect">
              <a:avLst/>
            </a:prstGeom>
            <a:solidFill>
              <a:srgbClr val="B46218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50" name="CaixaDeTexto 149">
              <a:extLst>
                <a:ext uri="{FF2B5EF4-FFF2-40B4-BE49-F238E27FC236}">
                  <a16:creationId xmlns:a16="http://schemas.microsoft.com/office/drawing/2014/main" id="{82CC4C11-60B9-658D-6307-ABEB238583E9}"/>
                </a:ext>
              </a:extLst>
            </p:cNvPr>
            <p:cNvSpPr txBox="1"/>
            <p:nvPr/>
          </p:nvSpPr>
          <p:spPr>
            <a:xfrm>
              <a:off x="3441364" y="189001"/>
              <a:ext cx="738785" cy="168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b="1" dirty="0">
                  <a:solidFill>
                    <a:schemeClr val="bg1"/>
                  </a:solidFill>
                  <a:latin typeface="Constantia" panose="02030602050306030303" pitchFamily="18" charset="0"/>
                  <a:ea typeface="Cascadia Mono SemiBold" panose="020B0609020000020004" pitchFamily="49" charset="0"/>
                  <a:cs typeface="Cascadia Mono SemiBold" panose="020B0609020000020004" pitchFamily="49" charset="0"/>
                </a:rPr>
                <a:t>Ver cardápio</a:t>
              </a:r>
            </a:p>
          </p:txBody>
        </p:sp>
      </p:grpSp>
      <p:sp>
        <p:nvSpPr>
          <p:cNvPr id="153" name="CaixaDeTexto 152">
            <a:extLst>
              <a:ext uri="{FF2B5EF4-FFF2-40B4-BE49-F238E27FC236}">
                <a16:creationId xmlns:a16="http://schemas.microsoft.com/office/drawing/2014/main" id="{3557EDD8-EE28-7ADB-27FB-41C4F1C35692}"/>
              </a:ext>
            </a:extLst>
          </p:cNvPr>
          <p:cNvSpPr txBox="1"/>
          <p:nvPr/>
        </p:nvSpPr>
        <p:spPr>
          <a:xfrm>
            <a:off x="231862" y="606157"/>
            <a:ext cx="30028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b="1" spc="300" dirty="0">
                <a:solidFill>
                  <a:srgbClr val="C66A1A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SABORES QUE CONECTAM</a:t>
            </a:r>
          </a:p>
        </p:txBody>
      </p:sp>
      <p:sp>
        <p:nvSpPr>
          <p:cNvPr id="155" name="CaixaDeTexto 154">
            <a:extLst>
              <a:ext uri="{FF2B5EF4-FFF2-40B4-BE49-F238E27FC236}">
                <a16:creationId xmlns:a16="http://schemas.microsoft.com/office/drawing/2014/main" id="{AB66BFB8-11B9-BF8B-BEEB-EC087DADF3FC}"/>
              </a:ext>
            </a:extLst>
          </p:cNvPr>
          <p:cNvSpPr txBox="1"/>
          <p:nvPr/>
        </p:nvSpPr>
        <p:spPr>
          <a:xfrm>
            <a:off x="250713" y="1248845"/>
            <a:ext cx="14542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Corbel Light" panose="020B0303020204020204" pitchFamily="34" charset="0"/>
                <a:cs typeface="Arial" panose="020B0604020202020204" pitchFamily="34" charset="0"/>
              </a:rPr>
              <a:t>Mais que café, uma experiência</a:t>
            </a:r>
          </a:p>
        </p:txBody>
      </p:sp>
      <p:grpSp>
        <p:nvGrpSpPr>
          <p:cNvPr id="233" name="Agrupar 232">
            <a:extLst>
              <a:ext uri="{FF2B5EF4-FFF2-40B4-BE49-F238E27FC236}">
                <a16:creationId xmlns:a16="http://schemas.microsoft.com/office/drawing/2014/main" id="{8AF7A51D-C550-B595-FC73-0AF42D5B0AD0}"/>
              </a:ext>
            </a:extLst>
          </p:cNvPr>
          <p:cNvGrpSpPr/>
          <p:nvPr/>
        </p:nvGrpSpPr>
        <p:grpSpPr>
          <a:xfrm>
            <a:off x="2193443" y="618181"/>
            <a:ext cx="1870823" cy="995905"/>
            <a:chOff x="2193443" y="618181"/>
            <a:chExt cx="1870823" cy="995905"/>
          </a:xfrm>
        </p:grpSpPr>
        <p:sp>
          <p:nvSpPr>
            <p:cNvPr id="219" name="Retângulo: Cantos Arredondados 218">
              <a:extLst>
                <a:ext uri="{FF2B5EF4-FFF2-40B4-BE49-F238E27FC236}">
                  <a16:creationId xmlns:a16="http://schemas.microsoft.com/office/drawing/2014/main" id="{D303D96E-E763-B2A8-E8EA-67F9C303450D}"/>
                </a:ext>
              </a:extLst>
            </p:cNvPr>
            <p:cNvSpPr/>
            <p:nvPr/>
          </p:nvSpPr>
          <p:spPr>
            <a:xfrm>
              <a:off x="2193443" y="618181"/>
              <a:ext cx="1870823" cy="995905"/>
            </a:xfrm>
            <a:prstGeom prst="roundRect">
              <a:avLst/>
            </a:prstGeom>
            <a:solidFill>
              <a:srgbClr val="FAF5C7"/>
            </a:solidFill>
            <a:ln w="3175">
              <a:solidFill>
                <a:srgbClr val="F1DE55"/>
              </a:solidFill>
            </a:ln>
            <a:effectLst>
              <a:innerShdw blurRad="177800">
                <a:srgbClr val="F1DE55">
                  <a:alpha val="74000"/>
                </a:srgb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F7ED9F"/>
                </a:solidFill>
              </a:endParaRPr>
            </a:p>
          </p:txBody>
        </p:sp>
        <p:sp>
          <p:nvSpPr>
            <p:cNvPr id="159" name="Triângulo isósceles 158">
              <a:extLst>
                <a:ext uri="{FF2B5EF4-FFF2-40B4-BE49-F238E27FC236}">
                  <a16:creationId xmlns:a16="http://schemas.microsoft.com/office/drawing/2014/main" id="{763D247B-B49C-BA5D-BAFF-FDB0655E080D}"/>
                </a:ext>
              </a:extLst>
            </p:cNvPr>
            <p:cNvSpPr/>
            <p:nvPr/>
          </p:nvSpPr>
          <p:spPr>
            <a:xfrm>
              <a:off x="2713445" y="931559"/>
              <a:ext cx="674634" cy="563909"/>
            </a:xfrm>
            <a:prstGeom prst="triangle">
              <a:avLst>
                <a:gd name="adj" fmla="val 45764"/>
              </a:avLst>
            </a:prstGeom>
            <a:solidFill>
              <a:srgbClr val="F1DE55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60" name="Elipse 159">
              <a:extLst>
                <a:ext uri="{FF2B5EF4-FFF2-40B4-BE49-F238E27FC236}">
                  <a16:creationId xmlns:a16="http://schemas.microsoft.com/office/drawing/2014/main" id="{CFF1D64F-F881-C746-26D9-13364A967A13}"/>
                </a:ext>
              </a:extLst>
            </p:cNvPr>
            <p:cNvSpPr/>
            <p:nvPr/>
          </p:nvSpPr>
          <p:spPr>
            <a:xfrm>
              <a:off x="3477978" y="821547"/>
              <a:ext cx="232433" cy="230987"/>
            </a:xfrm>
            <a:prstGeom prst="ellipse">
              <a:avLst/>
            </a:prstGeom>
            <a:solidFill>
              <a:srgbClr val="F1DE55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85" name="Agrupar 184">
            <a:extLst>
              <a:ext uri="{FF2B5EF4-FFF2-40B4-BE49-F238E27FC236}">
                <a16:creationId xmlns:a16="http://schemas.microsoft.com/office/drawing/2014/main" id="{42FD6254-CC08-0086-2AB7-0F89CA74CDB0}"/>
              </a:ext>
            </a:extLst>
          </p:cNvPr>
          <p:cNvGrpSpPr/>
          <p:nvPr/>
        </p:nvGrpSpPr>
        <p:grpSpPr>
          <a:xfrm>
            <a:off x="1551436" y="2102450"/>
            <a:ext cx="1216716" cy="1115840"/>
            <a:chOff x="1561824" y="2096478"/>
            <a:chExt cx="1216716" cy="1115840"/>
          </a:xfrm>
        </p:grpSpPr>
        <p:sp>
          <p:nvSpPr>
            <p:cNvPr id="182" name="Retângulo: Cantos Arredondados 181">
              <a:extLst>
                <a:ext uri="{FF2B5EF4-FFF2-40B4-BE49-F238E27FC236}">
                  <a16:creationId xmlns:a16="http://schemas.microsoft.com/office/drawing/2014/main" id="{F60A4454-B648-38AC-FC91-F1CDC730FB50}"/>
                </a:ext>
              </a:extLst>
            </p:cNvPr>
            <p:cNvSpPr/>
            <p:nvPr/>
          </p:nvSpPr>
          <p:spPr>
            <a:xfrm>
              <a:off x="1564859" y="2581182"/>
              <a:ext cx="1213681" cy="63113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rgbClr val="F1DE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8" name="Retângulo: Cantos Arredondados 167">
              <a:extLst>
                <a:ext uri="{FF2B5EF4-FFF2-40B4-BE49-F238E27FC236}">
                  <a16:creationId xmlns:a16="http://schemas.microsoft.com/office/drawing/2014/main" id="{AD97D85B-AF72-2CA6-BADF-3F8504383980}"/>
                </a:ext>
              </a:extLst>
            </p:cNvPr>
            <p:cNvSpPr/>
            <p:nvPr/>
          </p:nvSpPr>
          <p:spPr>
            <a:xfrm>
              <a:off x="1561824" y="2096478"/>
              <a:ext cx="1213681" cy="666248"/>
            </a:xfrm>
            <a:prstGeom prst="roundRect">
              <a:avLst/>
            </a:prstGeom>
            <a:solidFill>
              <a:srgbClr val="FAF5C7"/>
            </a:solidFill>
            <a:ln w="3175">
              <a:solidFill>
                <a:srgbClr val="F1DE55"/>
              </a:solidFill>
            </a:ln>
            <a:effectLst>
              <a:innerShdw blurRad="177800">
                <a:srgbClr val="F1DE55">
                  <a:alpha val="74000"/>
                </a:srgb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F7ED9F"/>
                </a:solidFill>
              </a:endParaRPr>
            </a:p>
          </p:txBody>
        </p:sp>
        <p:sp>
          <p:nvSpPr>
            <p:cNvPr id="170" name="Triângulo isósceles 169">
              <a:extLst>
                <a:ext uri="{FF2B5EF4-FFF2-40B4-BE49-F238E27FC236}">
                  <a16:creationId xmlns:a16="http://schemas.microsoft.com/office/drawing/2014/main" id="{6F9E17E8-1FB2-026A-16F7-988ECA625BF3}"/>
                </a:ext>
              </a:extLst>
            </p:cNvPr>
            <p:cNvSpPr/>
            <p:nvPr/>
          </p:nvSpPr>
          <p:spPr>
            <a:xfrm>
              <a:off x="1955687" y="2323086"/>
              <a:ext cx="450208" cy="376317"/>
            </a:xfrm>
            <a:prstGeom prst="triangle">
              <a:avLst>
                <a:gd name="adj" fmla="val 45764"/>
              </a:avLst>
            </a:prstGeom>
            <a:solidFill>
              <a:srgbClr val="F1DE55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2" name="Elipse 171">
              <a:extLst>
                <a:ext uri="{FF2B5EF4-FFF2-40B4-BE49-F238E27FC236}">
                  <a16:creationId xmlns:a16="http://schemas.microsoft.com/office/drawing/2014/main" id="{7C46D448-A8CD-AE52-A500-FAD925F9E1E7}"/>
                </a:ext>
              </a:extLst>
            </p:cNvPr>
            <p:cNvSpPr/>
            <p:nvPr/>
          </p:nvSpPr>
          <p:spPr>
            <a:xfrm>
              <a:off x="2365263" y="2243131"/>
              <a:ext cx="155112" cy="154147"/>
            </a:xfrm>
            <a:prstGeom prst="ellipse">
              <a:avLst/>
            </a:prstGeom>
            <a:solidFill>
              <a:srgbClr val="F1DE55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87" name="Retângulo: Cantos Arredondados 186">
            <a:extLst>
              <a:ext uri="{FF2B5EF4-FFF2-40B4-BE49-F238E27FC236}">
                <a16:creationId xmlns:a16="http://schemas.microsoft.com/office/drawing/2014/main" id="{CFBDAF3E-A691-8223-D522-CBA93E647AEB}"/>
              </a:ext>
            </a:extLst>
          </p:cNvPr>
          <p:cNvSpPr/>
          <p:nvPr/>
        </p:nvSpPr>
        <p:spPr>
          <a:xfrm>
            <a:off x="2898221" y="2584874"/>
            <a:ext cx="1213681" cy="631136"/>
          </a:xfrm>
          <a:prstGeom prst="roundRect">
            <a:avLst/>
          </a:prstGeom>
          <a:solidFill>
            <a:schemeClr val="bg1"/>
          </a:solidFill>
          <a:ln w="3175">
            <a:solidFill>
              <a:srgbClr val="F1DE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5" name="Retângulo: Cantos Arredondados 214">
            <a:extLst>
              <a:ext uri="{FF2B5EF4-FFF2-40B4-BE49-F238E27FC236}">
                <a16:creationId xmlns:a16="http://schemas.microsoft.com/office/drawing/2014/main" id="{EAD5F7AB-DCE8-6CFC-755E-BE8884DF12D9}"/>
              </a:ext>
            </a:extLst>
          </p:cNvPr>
          <p:cNvSpPr/>
          <p:nvPr/>
        </p:nvSpPr>
        <p:spPr>
          <a:xfrm>
            <a:off x="2892128" y="2099054"/>
            <a:ext cx="1213681" cy="666248"/>
          </a:xfrm>
          <a:prstGeom prst="roundRect">
            <a:avLst/>
          </a:prstGeom>
          <a:solidFill>
            <a:srgbClr val="FAF5C7"/>
          </a:solidFill>
          <a:ln w="3175">
            <a:solidFill>
              <a:srgbClr val="F1DE55"/>
            </a:solidFill>
          </a:ln>
          <a:effectLst>
            <a:innerShdw blurRad="177800">
              <a:srgbClr val="F1DE55">
                <a:alpha val="74000"/>
              </a:srgb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7ED9F"/>
              </a:solidFill>
            </a:endParaRPr>
          </a:p>
        </p:txBody>
      </p:sp>
      <p:sp>
        <p:nvSpPr>
          <p:cNvPr id="189" name="Triângulo isósceles 188">
            <a:extLst>
              <a:ext uri="{FF2B5EF4-FFF2-40B4-BE49-F238E27FC236}">
                <a16:creationId xmlns:a16="http://schemas.microsoft.com/office/drawing/2014/main" id="{025F9BD2-3D90-4F4C-097C-C07C08B32E9E}"/>
              </a:ext>
            </a:extLst>
          </p:cNvPr>
          <p:cNvSpPr/>
          <p:nvPr/>
        </p:nvSpPr>
        <p:spPr>
          <a:xfrm>
            <a:off x="3289049" y="2326778"/>
            <a:ext cx="450208" cy="376317"/>
          </a:xfrm>
          <a:prstGeom prst="triangle">
            <a:avLst>
              <a:gd name="adj" fmla="val 45764"/>
            </a:avLst>
          </a:prstGeom>
          <a:solidFill>
            <a:srgbClr val="F1DE5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0" name="Elipse 189">
            <a:extLst>
              <a:ext uri="{FF2B5EF4-FFF2-40B4-BE49-F238E27FC236}">
                <a16:creationId xmlns:a16="http://schemas.microsoft.com/office/drawing/2014/main" id="{5790F39E-4203-3850-E2B0-40E348356A9F}"/>
              </a:ext>
            </a:extLst>
          </p:cNvPr>
          <p:cNvSpPr/>
          <p:nvPr/>
        </p:nvSpPr>
        <p:spPr>
          <a:xfrm>
            <a:off x="3698625" y="2246823"/>
            <a:ext cx="155112" cy="154147"/>
          </a:xfrm>
          <a:prstGeom prst="ellipse">
            <a:avLst/>
          </a:prstGeom>
          <a:solidFill>
            <a:srgbClr val="F1DE5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2" name="Retângulo: Cantos Arredondados 191">
            <a:extLst>
              <a:ext uri="{FF2B5EF4-FFF2-40B4-BE49-F238E27FC236}">
                <a16:creationId xmlns:a16="http://schemas.microsoft.com/office/drawing/2014/main" id="{7B6D2CA2-29A8-D4A4-997A-7AF01F9BCA95}"/>
              </a:ext>
            </a:extLst>
          </p:cNvPr>
          <p:cNvSpPr/>
          <p:nvPr/>
        </p:nvSpPr>
        <p:spPr>
          <a:xfrm>
            <a:off x="242783" y="2587613"/>
            <a:ext cx="1213681" cy="631136"/>
          </a:xfrm>
          <a:prstGeom prst="roundRect">
            <a:avLst/>
          </a:prstGeom>
          <a:solidFill>
            <a:schemeClr val="bg1"/>
          </a:solidFill>
          <a:ln w="3175">
            <a:solidFill>
              <a:srgbClr val="F1DE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7" name="Retângulo: Cantos Arredondados 216">
            <a:extLst>
              <a:ext uri="{FF2B5EF4-FFF2-40B4-BE49-F238E27FC236}">
                <a16:creationId xmlns:a16="http://schemas.microsoft.com/office/drawing/2014/main" id="{B435619A-77D8-328E-7AEB-0611CB6B864B}"/>
              </a:ext>
            </a:extLst>
          </p:cNvPr>
          <p:cNvSpPr/>
          <p:nvPr/>
        </p:nvSpPr>
        <p:spPr>
          <a:xfrm>
            <a:off x="241265" y="2103586"/>
            <a:ext cx="1213681" cy="666248"/>
          </a:xfrm>
          <a:prstGeom prst="roundRect">
            <a:avLst/>
          </a:prstGeom>
          <a:solidFill>
            <a:srgbClr val="FAF5C7"/>
          </a:solidFill>
          <a:ln w="3175">
            <a:solidFill>
              <a:srgbClr val="F1DE55"/>
            </a:solidFill>
          </a:ln>
          <a:effectLst>
            <a:innerShdw blurRad="177800">
              <a:srgbClr val="F1DE55">
                <a:alpha val="74000"/>
              </a:srgb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7ED9F"/>
              </a:solidFill>
            </a:endParaRPr>
          </a:p>
        </p:txBody>
      </p:sp>
      <p:sp>
        <p:nvSpPr>
          <p:cNvPr id="194" name="Triângulo isósceles 193">
            <a:extLst>
              <a:ext uri="{FF2B5EF4-FFF2-40B4-BE49-F238E27FC236}">
                <a16:creationId xmlns:a16="http://schemas.microsoft.com/office/drawing/2014/main" id="{AD03F454-D61E-8B22-6858-5A9EAF47E1F6}"/>
              </a:ext>
            </a:extLst>
          </p:cNvPr>
          <p:cNvSpPr/>
          <p:nvPr/>
        </p:nvSpPr>
        <p:spPr>
          <a:xfrm>
            <a:off x="633611" y="2329517"/>
            <a:ext cx="450208" cy="376317"/>
          </a:xfrm>
          <a:prstGeom prst="triangle">
            <a:avLst>
              <a:gd name="adj" fmla="val 45764"/>
            </a:avLst>
          </a:prstGeom>
          <a:solidFill>
            <a:srgbClr val="F1DE5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5" name="Elipse 194">
            <a:extLst>
              <a:ext uri="{FF2B5EF4-FFF2-40B4-BE49-F238E27FC236}">
                <a16:creationId xmlns:a16="http://schemas.microsoft.com/office/drawing/2014/main" id="{D4EB97CF-DEF5-9A30-382B-5E95C3957A43}"/>
              </a:ext>
            </a:extLst>
          </p:cNvPr>
          <p:cNvSpPr/>
          <p:nvPr/>
        </p:nvSpPr>
        <p:spPr>
          <a:xfrm>
            <a:off x="1043187" y="2249562"/>
            <a:ext cx="155112" cy="154147"/>
          </a:xfrm>
          <a:prstGeom prst="ellipse">
            <a:avLst/>
          </a:prstGeom>
          <a:solidFill>
            <a:srgbClr val="F1DE5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0" name="Conector reto 199">
            <a:extLst>
              <a:ext uri="{FF2B5EF4-FFF2-40B4-BE49-F238E27FC236}">
                <a16:creationId xmlns:a16="http://schemas.microsoft.com/office/drawing/2014/main" id="{1845897F-E812-07F2-98E1-6B8550EB3F18}"/>
              </a:ext>
            </a:extLst>
          </p:cNvPr>
          <p:cNvCxnSpPr>
            <a:cxnSpLocks/>
          </p:cNvCxnSpPr>
          <p:nvPr/>
        </p:nvCxnSpPr>
        <p:spPr>
          <a:xfrm>
            <a:off x="150145" y="4462836"/>
            <a:ext cx="409575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CaixaDeTexto 220">
            <a:extLst>
              <a:ext uri="{FF2B5EF4-FFF2-40B4-BE49-F238E27FC236}">
                <a16:creationId xmlns:a16="http://schemas.microsoft.com/office/drawing/2014/main" id="{85D3F745-F227-6574-AB9E-0BE26DE825D8}"/>
              </a:ext>
            </a:extLst>
          </p:cNvPr>
          <p:cNvSpPr txBox="1"/>
          <p:nvPr/>
        </p:nvSpPr>
        <p:spPr>
          <a:xfrm>
            <a:off x="1516477" y="1889169"/>
            <a:ext cx="13532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000" b="1" spc="300" dirty="0">
                <a:latin typeface="Corbel" panose="020B0503020204020204" pitchFamily="34" charset="0"/>
                <a:cs typeface="Arial" panose="020B0604020202020204" pitchFamily="34" charset="0"/>
              </a:rPr>
              <a:t>Nossos cafés</a:t>
            </a:r>
          </a:p>
        </p:txBody>
      </p:sp>
      <p:cxnSp>
        <p:nvCxnSpPr>
          <p:cNvPr id="223" name="Conector reto 222">
            <a:extLst>
              <a:ext uri="{FF2B5EF4-FFF2-40B4-BE49-F238E27FC236}">
                <a16:creationId xmlns:a16="http://schemas.microsoft.com/office/drawing/2014/main" id="{CA76C197-89E4-5D81-ED45-C5A8BCAA06AF}"/>
              </a:ext>
            </a:extLst>
          </p:cNvPr>
          <p:cNvCxnSpPr>
            <a:cxnSpLocks/>
          </p:cNvCxnSpPr>
          <p:nvPr/>
        </p:nvCxnSpPr>
        <p:spPr>
          <a:xfrm>
            <a:off x="145230" y="5510220"/>
            <a:ext cx="409575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CaixaDeTexto 225">
            <a:extLst>
              <a:ext uri="{FF2B5EF4-FFF2-40B4-BE49-F238E27FC236}">
                <a16:creationId xmlns:a16="http://schemas.microsoft.com/office/drawing/2014/main" id="{A5580DA5-D6B8-6377-3BEB-356679F084E9}"/>
              </a:ext>
            </a:extLst>
          </p:cNvPr>
          <p:cNvSpPr txBox="1"/>
          <p:nvPr/>
        </p:nvSpPr>
        <p:spPr>
          <a:xfrm>
            <a:off x="193962" y="2757242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b="1" dirty="0">
                <a:latin typeface="Bahnschrift Condensed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Cappuccino Tradicional</a:t>
            </a:r>
          </a:p>
        </p:txBody>
      </p:sp>
      <p:sp>
        <p:nvSpPr>
          <p:cNvPr id="228" name="CaixaDeTexto 227">
            <a:extLst>
              <a:ext uri="{FF2B5EF4-FFF2-40B4-BE49-F238E27FC236}">
                <a16:creationId xmlns:a16="http://schemas.microsoft.com/office/drawing/2014/main" id="{2A076F66-89A9-617C-75D8-610D10C57CC8}"/>
              </a:ext>
            </a:extLst>
          </p:cNvPr>
          <p:cNvSpPr txBox="1"/>
          <p:nvPr/>
        </p:nvSpPr>
        <p:spPr>
          <a:xfrm>
            <a:off x="1534715" y="2738267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b="1" dirty="0">
                <a:latin typeface="Bahnschrift Condensed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Cappuccino Tradicional</a:t>
            </a:r>
          </a:p>
        </p:txBody>
      </p:sp>
      <p:sp>
        <p:nvSpPr>
          <p:cNvPr id="230" name="CaixaDeTexto 229">
            <a:extLst>
              <a:ext uri="{FF2B5EF4-FFF2-40B4-BE49-F238E27FC236}">
                <a16:creationId xmlns:a16="http://schemas.microsoft.com/office/drawing/2014/main" id="{DFE9EE29-7701-59B9-C431-92D9CDED95EB}"/>
              </a:ext>
            </a:extLst>
          </p:cNvPr>
          <p:cNvSpPr txBox="1"/>
          <p:nvPr/>
        </p:nvSpPr>
        <p:spPr>
          <a:xfrm>
            <a:off x="2887114" y="2733006"/>
            <a:ext cx="9733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b="1" dirty="0">
                <a:latin typeface="Bahnschrift Condensed" panose="020B0502040204020203" pitchFamily="34" charset="0"/>
                <a:ea typeface="Cascadia Mono" panose="020B0609020000020004" pitchFamily="49" charset="0"/>
                <a:cs typeface="Cascadia Mono" panose="020B0609020000020004" pitchFamily="49" charset="0"/>
              </a:rPr>
              <a:t>Cappuccino Tradicional</a:t>
            </a:r>
          </a:p>
        </p:txBody>
      </p:sp>
      <p:grpSp>
        <p:nvGrpSpPr>
          <p:cNvPr id="236" name="Agrupar 235">
            <a:extLst>
              <a:ext uri="{FF2B5EF4-FFF2-40B4-BE49-F238E27FC236}">
                <a16:creationId xmlns:a16="http://schemas.microsoft.com/office/drawing/2014/main" id="{770202F7-C854-EDB2-3C53-D1D2A26BC398}"/>
              </a:ext>
            </a:extLst>
          </p:cNvPr>
          <p:cNvGrpSpPr/>
          <p:nvPr/>
        </p:nvGrpSpPr>
        <p:grpSpPr>
          <a:xfrm>
            <a:off x="2360589" y="3445040"/>
            <a:ext cx="1654735" cy="880874"/>
            <a:chOff x="2193443" y="618181"/>
            <a:chExt cx="1870823" cy="995905"/>
          </a:xfrm>
        </p:grpSpPr>
        <p:sp>
          <p:nvSpPr>
            <p:cNvPr id="237" name="Retângulo: Cantos Arredondados 236">
              <a:extLst>
                <a:ext uri="{FF2B5EF4-FFF2-40B4-BE49-F238E27FC236}">
                  <a16:creationId xmlns:a16="http://schemas.microsoft.com/office/drawing/2014/main" id="{365B5898-FA30-E473-418C-6B794D9EC2A8}"/>
                </a:ext>
              </a:extLst>
            </p:cNvPr>
            <p:cNvSpPr/>
            <p:nvPr/>
          </p:nvSpPr>
          <p:spPr>
            <a:xfrm>
              <a:off x="2193443" y="618181"/>
              <a:ext cx="1870823" cy="995905"/>
            </a:xfrm>
            <a:prstGeom prst="roundRect">
              <a:avLst/>
            </a:prstGeom>
            <a:solidFill>
              <a:srgbClr val="FAF5C7"/>
            </a:solidFill>
            <a:ln w="3175">
              <a:solidFill>
                <a:srgbClr val="F1DE55"/>
              </a:solidFill>
            </a:ln>
            <a:effectLst>
              <a:innerShdw blurRad="177800">
                <a:srgbClr val="F1DE55">
                  <a:alpha val="74000"/>
                </a:srgb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F7ED9F"/>
                </a:solidFill>
              </a:endParaRPr>
            </a:p>
          </p:txBody>
        </p:sp>
        <p:sp>
          <p:nvSpPr>
            <p:cNvPr id="238" name="Triângulo isósceles 237">
              <a:extLst>
                <a:ext uri="{FF2B5EF4-FFF2-40B4-BE49-F238E27FC236}">
                  <a16:creationId xmlns:a16="http://schemas.microsoft.com/office/drawing/2014/main" id="{B620450A-7618-2ECF-7304-29BB28AD287D}"/>
                </a:ext>
              </a:extLst>
            </p:cNvPr>
            <p:cNvSpPr/>
            <p:nvPr/>
          </p:nvSpPr>
          <p:spPr>
            <a:xfrm>
              <a:off x="2713445" y="931559"/>
              <a:ext cx="674634" cy="563909"/>
            </a:xfrm>
            <a:prstGeom prst="triangle">
              <a:avLst>
                <a:gd name="adj" fmla="val 45764"/>
              </a:avLst>
            </a:prstGeom>
            <a:solidFill>
              <a:srgbClr val="F1DE55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39" name="Elipse 238">
              <a:extLst>
                <a:ext uri="{FF2B5EF4-FFF2-40B4-BE49-F238E27FC236}">
                  <a16:creationId xmlns:a16="http://schemas.microsoft.com/office/drawing/2014/main" id="{71DB7DB4-466D-706D-90DF-B7C112A65075}"/>
                </a:ext>
              </a:extLst>
            </p:cNvPr>
            <p:cNvSpPr/>
            <p:nvPr/>
          </p:nvSpPr>
          <p:spPr>
            <a:xfrm>
              <a:off x="3477978" y="821547"/>
              <a:ext cx="232433" cy="230987"/>
            </a:xfrm>
            <a:prstGeom prst="ellipse">
              <a:avLst/>
            </a:prstGeom>
            <a:solidFill>
              <a:srgbClr val="F1DE55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40" name="Agrupar 239">
            <a:extLst>
              <a:ext uri="{FF2B5EF4-FFF2-40B4-BE49-F238E27FC236}">
                <a16:creationId xmlns:a16="http://schemas.microsoft.com/office/drawing/2014/main" id="{565E9456-F02A-18CE-01D3-D95E0DB69D28}"/>
              </a:ext>
            </a:extLst>
          </p:cNvPr>
          <p:cNvGrpSpPr/>
          <p:nvPr/>
        </p:nvGrpSpPr>
        <p:grpSpPr>
          <a:xfrm>
            <a:off x="277914" y="4539208"/>
            <a:ext cx="1654735" cy="880874"/>
            <a:chOff x="2193443" y="618181"/>
            <a:chExt cx="1870823" cy="995905"/>
          </a:xfrm>
        </p:grpSpPr>
        <p:sp>
          <p:nvSpPr>
            <p:cNvPr id="241" name="Retângulo: Cantos Arredondados 240">
              <a:extLst>
                <a:ext uri="{FF2B5EF4-FFF2-40B4-BE49-F238E27FC236}">
                  <a16:creationId xmlns:a16="http://schemas.microsoft.com/office/drawing/2014/main" id="{A40CA709-B8BC-3A42-A103-A123A39ADB4C}"/>
                </a:ext>
              </a:extLst>
            </p:cNvPr>
            <p:cNvSpPr/>
            <p:nvPr/>
          </p:nvSpPr>
          <p:spPr>
            <a:xfrm>
              <a:off x="2193443" y="618181"/>
              <a:ext cx="1870823" cy="995905"/>
            </a:xfrm>
            <a:prstGeom prst="roundRect">
              <a:avLst/>
            </a:prstGeom>
            <a:solidFill>
              <a:srgbClr val="FAF5C7"/>
            </a:solidFill>
            <a:ln w="3175">
              <a:solidFill>
                <a:srgbClr val="F1DE55"/>
              </a:solidFill>
            </a:ln>
            <a:effectLst>
              <a:innerShdw blurRad="177800">
                <a:srgbClr val="F1DE55">
                  <a:alpha val="74000"/>
                </a:srgb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F7ED9F"/>
                </a:solidFill>
              </a:endParaRPr>
            </a:p>
          </p:txBody>
        </p:sp>
        <p:sp>
          <p:nvSpPr>
            <p:cNvPr id="242" name="Triângulo isósceles 241">
              <a:extLst>
                <a:ext uri="{FF2B5EF4-FFF2-40B4-BE49-F238E27FC236}">
                  <a16:creationId xmlns:a16="http://schemas.microsoft.com/office/drawing/2014/main" id="{24E1E842-1071-DA34-16DF-37944191CAE8}"/>
                </a:ext>
              </a:extLst>
            </p:cNvPr>
            <p:cNvSpPr/>
            <p:nvPr/>
          </p:nvSpPr>
          <p:spPr>
            <a:xfrm>
              <a:off x="2713445" y="931559"/>
              <a:ext cx="674634" cy="563909"/>
            </a:xfrm>
            <a:prstGeom prst="triangle">
              <a:avLst>
                <a:gd name="adj" fmla="val 45764"/>
              </a:avLst>
            </a:prstGeom>
            <a:solidFill>
              <a:srgbClr val="F1DE55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43" name="Elipse 242">
              <a:extLst>
                <a:ext uri="{FF2B5EF4-FFF2-40B4-BE49-F238E27FC236}">
                  <a16:creationId xmlns:a16="http://schemas.microsoft.com/office/drawing/2014/main" id="{B2836A7D-6C2F-1CDF-2792-82EE90F96C98}"/>
                </a:ext>
              </a:extLst>
            </p:cNvPr>
            <p:cNvSpPr/>
            <p:nvPr/>
          </p:nvSpPr>
          <p:spPr>
            <a:xfrm>
              <a:off x="3477978" y="821547"/>
              <a:ext cx="232433" cy="230987"/>
            </a:xfrm>
            <a:prstGeom prst="ellipse">
              <a:avLst/>
            </a:prstGeom>
            <a:solidFill>
              <a:srgbClr val="F1DE55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51" name="CaixaDeTexto 250">
            <a:extLst>
              <a:ext uri="{FF2B5EF4-FFF2-40B4-BE49-F238E27FC236}">
                <a16:creationId xmlns:a16="http://schemas.microsoft.com/office/drawing/2014/main" id="{21A050D7-2EC2-8EE3-065A-389D81B4F441}"/>
              </a:ext>
            </a:extLst>
          </p:cNvPr>
          <p:cNvSpPr txBox="1"/>
          <p:nvPr/>
        </p:nvSpPr>
        <p:spPr>
          <a:xfrm>
            <a:off x="309871" y="3403810"/>
            <a:ext cx="79541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" b="1" dirty="0">
                <a:solidFill>
                  <a:srgbClr val="C66A1A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NOSSOS  PRODUTOS</a:t>
            </a:r>
          </a:p>
        </p:txBody>
      </p:sp>
      <p:sp>
        <p:nvSpPr>
          <p:cNvPr id="253" name="CaixaDeTexto 252">
            <a:extLst>
              <a:ext uri="{FF2B5EF4-FFF2-40B4-BE49-F238E27FC236}">
                <a16:creationId xmlns:a16="http://schemas.microsoft.com/office/drawing/2014/main" id="{4C5C071B-2E3F-6FCE-B788-97A0DC415056}"/>
              </a:ext>
            </a:extLst>
          </p:cNvPr>
          <p:cNvSpPr txBox="1"/>
          <p:nvPr/>
        </p:nvSpPr>
        <p:spPr>
          <a:xfrm>
            <a:off x="250713" y="3864831"/>
            <a:ext cx="19672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" dirty="0">
                <a:solidFill>
                  <a:schemeClr val="bg1"/>
                </a:solidFill>
                <a:latin typeface="Corbel Light" panose="020B0303020204020204" pitchFamily="34" charset="0"/>
                <a:cs typeface="Arial" panose="020B0604020202020204" pitchFamily="34" charset="0"/>
              </a:rPr>
              <a:t>Ambiente moderno, acolhedor e pensado para trabalhar, estudar ou apenas relaxar</a:t>
            </a:r>
          </a:p>
        </p:txBody>
      </p: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3E75C945-9A6A-0C5E-3C1C-174404EE2937}"/>
              </a:ext>
            </a:extLst>
          </p:cNvPr>
          <p:cNvGrpSpPr/>
          <p:nvPr/>
        </p:nvGrpSpPr>
        <p:grpSpPr>
          <a:xfrm>
            <a:off x="241265" y="4178258"/>
            <a:ext cx="938824" cy="196011"/>
            <a:chOff x="3441364" y="180238"/>
            <a:chExt cx="738785" cy="192890"/>
          </a:xfrm>
        </p:grpSpPr>
        <p:sp>
          <p:nvSpPr>
            <p:cNvPr id="255" name="Retângulo: Cantos Arredondados 254">
              <a:extLst>
                <a:ext uri="{FF2B5EF4-FFF2-40B4-BE49-F238E27FC236}">
                  <a16:creationId xmlns:a16="http://schemas.microsoft.com/office/drawing/2014/main" id="{57743453-9211-B21B-A835-D0278E5EC378}"/>
                </a:ext>
              </a:extLst>
            </p:cNvPr>
            <p:cNvSpPr/>
            <p:nvPr/>
          </p:nvSpPr>
          <p:spPr>
            <a:xfrm>
              <a:off x="3502048" y="180238"/>
              <a:ext cx="628686" cy="192890"/>
            </a:xfrm>
            <a:prstGeom prst="roundRect">
              <a:avLst/>
            </a:prstGeom>
            <a:solidFill>
              <a:srgbClr val="B46218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256" name="CaixaDeTexto 255">
              <a:extLst>
                <a:ext uri="{FF2B5EF4-FFF2-40B4-BE49-F238E27FC236}">
                  <a16:creationId xmlns:a16="http://schemas.microsoft.com/office/drawing/2014/main" id="{901992C6-2A03-BA6F-4733-861F5C7D7A4A}"/>
                </a:ext>
              </a:extLst>
            </p:cNvPr>
            <p:cNvSpPr txBox="1"/>
            <p:nvPr/>
          </p:nvSpPr>
          <p:spPr>
            <a:xfrm>
              <a:off x="3441364" y="189001"/>
              <a:ext cx="738785" cy="181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b="1" dirty="0">
                  <a:solidFill>
                    <a:schemeClr val="bg1"/>
                  </a:solidFill>
                  <a:latin typeface="Constantia" panose="02030602050306030303" pitchFamily="18" charset="0"/>
                  <a:ea typeface="Cascadia Mono SemiBold" panose="020B0609020000020004" pitchFamily="49" charset="0"/>
                  <a:cs typeface="Cascadia Mono SemiBold" panose="020B0609020000020004" pitchFamily="49" charset="0"/>
                </a:rPr>
                <a:t>Conheça o espaço</a:t>
              </a:r>
            </a:p>
          </p:txBody>
        </p:sp>
      </p:grpSp>
      <p:sp>
        <p:nvSpPr>
          <p:cNvPr id="258" name="CaixaDeTexto 257">
            <a:extLst>
              <a:ext uri="{FF2B5EF4-FFF2-40B4-BE49-F238E27FC236}">
                <a16:creationId xmlns:a16="http://schemas.microsoft.com/office/drawing/2014/main" id="{09EE8FC1-9ED0-1899-2DC5-581B0F34BDC2}"/>
              </a:ext>
            </a:extLst>
          </p:cNvPr>
          <p:cNvSpPr txBox="1"/>
          <p:nvPr/>
        </p:nvSpPr>
        <p:spPr>
          <a:xfrm>
            <a:off x="2078758" y="4503643"/>
            <a:ext cx="59984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" b="1" dirty="0">
                <a:solidFill>
                  <a:srgbClr val="C66A1A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QUEM SOMOS</a:t>
            </a:r>
          </a:p>
        </p:txBody>
      </p:sp>
      <p:sp>
        <p:nvSpPr>
          <p:cNvPr id="260" name="CaixaDeTexto 259">
            <a:extLst>
              <a:ext uri="{FF2B5EF4-FFF2-40B4-BE49-F238E27FC236}">
                <a16:creationId xmlns:a16="http://schemas.microsoft.com/office/drawing/2014/main" id="{702BE90E-8FCC-60B5-ED91-E5A6DB3BE378}"/>
              </a:ext>
            </a:extLst>
          </p:cNvPr>
          <p:cNvSpPr txBox="1"/>
          <p:nvPr/>
        </p:nvSpPr>
        <p:spPr>
          <a:xfrm>
            <a:off x="2158343" y="4825033"/>
            <a:ext cx="18043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>
                <a:latin typeface="Corbel Light" panose="020B0303020204020204" pitchFamily="34" charset="0"/>
                <a:cs typeface="Arial" panose="020B0604020202020204" pitchFamily="34" charset="0"/>
              </a:rPr>
              <a:t>A SmartCoffee combina café de qualidade, tecnologia e um ambiente acolhedor</a:t>
            </a:r>
          </a:p>
        </p:txBody>
      </p:sp>
      <p:sp>
        <p:nvSpPr>
          <p:cNvPr id="262" name="Retângulo: Cantos Arredondados 261">
            <a:extLst>
              <a:ext uri="{FF2B5EF4-FFF2-40B4-BE49-F238E27FC236}">
                <a16:creationId xmlns:a16="http://schemas.microsoft.com/office/drawing/2014/main" id="{7C03E326-E175-3E0A-4348-8CA03D4011AA}"/>
              </a:ext>
            </a:extLst>
          </p:cNvPr>
          <p:cNvSpPr/>
          <p:nvPr/>
        </p:nvSpPr>
        <p:spPr>
          <a:xfrm>
            <a:off x="2155873" y="5188693"/>
            <a:ext cx="798914" cy="196011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D88A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263" name="CaixaDeTexto 262">
            <a:extLst>
              <a:ext uri="{FF2B5EF4-FFF2-40B4-BE49-F238E27FC236}">
                <a16:creationId xmlns:a16="http://schemas.microsoft.com/office/drawing/2014/main" id="{3EEBDA81-4D59-9B0A-2629-8A43DD664953}"/>
              </a:ext>
            </a:extLst>
          </p:cNvPr>
          <p:cNvSpPr txBox="1"/>
          <p:nvPr/>
        </p:nvSpPr>
        <p:spPr>
          <a:xfrm>
            <a:off x="2078758" y="5197598"/>
            <a:ext cx="9388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Conheça o espaço</a:t>
            </a:r>
          </a:p>
        </p:txBody>
      </p:sp>
      <p:sp>
        <p:nvSpPr>
          <p:cNvPr id="270" name="Retângulo 269">
            <a:extLst>
              <a:ext uri="{FF2B5EF4-FFF2-40B4-BE49-F238E27FC236}">
                <a16:creationId xmlns:a16="http://schemas.microsoft.com/office/drawing/2014/main" id="{8E30B01C-072C-5D8A-BA17-004BE9B4A2B8}"/>
              </a:ext>
            </a:extLst>
          </p:cNvPr>
          <p:cNvSpPr/>
          <p:nvPr/>
        </p:nvSpPr>
        <p:spPr>
          <a:xfrm>
            <a:off x="2367602" y="5887630"/>
            <a:ext cx="1666875" cy="15716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500" dirty="0">
                <a:solidFill>
                  <a:schemeClr val="tx1"/>
                </a:solidFill>
                <a:latin typeface="Constantia" panose="02030602050306030303" pitchFamily="18" charset="0"/>
              </a:rPr>
              <a:t>E-mail</a:t>
            </a:r>
          </a:p>
        </p:txBody>
      </p:sp>
      <p:sp>
        <p:nvSpPr>
          <p:cNvPr id="272" name="Retângulo 271">
            <a:extLst>
              <a:ext uri="{FF2B5EF4-FFF2-40B4-BE49-F238E27FC236}">
                <a16:creationId xmlns:a16="http://schemas.microsoft.com/office/drawing/2014/main" id="{316068ED-FDBE-5DC1-2F15-2E4636A8AD35}"/>
              </a:ext>
            </a:extLst>
          </p:cNvPr>
          <p:cNvSpPr/>
          <p:nvPr/>
        </p:nvSpPr>
        <p:spPr>
          <a:xfrm>
            <a:off x="2375723" y="6081726"/>
            <a:ext cx="1666875" cy="15716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500" dirty="0">
                <a:solidFill>
                  <a:schemeClr val="tx1"/>
                </a:solidFill>
                <a:latin typeface="Constantia" panose="02030602050306030303" pitchFamily="18" charset="0"/>
              </a:rPr>
              <a:t>Mensagem</a:t>
            </a:r>
          </a:p>
        </p:txBody>
      </p:sp>
      <p:sp>
        <p:nvSpPr>
          <p:cNvPr id="274" name="CaixaDeTexto 273">
            <a:extLst>
              <a:ext uri="{FF2B5EF4-FFF2-40B4-BE49-F238E27FC236}">
                <a16:creationId xmlns:a16="http://schemas.microsoft.com/office/drawing/2014/main" id="{79E3A137-949B-AA4F-3712-59DD42E990F3}"/>
              </a:ext>
            </a:extLst>
          </p:cNvPr>
          <p:cNvSpPr txBox="1"/>
          <p:nvPr/>
        </p:nvSpPr>
        <p:spPr>
          <a:xfrm>
            <a:off x="202757" y="5971641"/>
            <a:ext cx="1990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>
                <a:latin typeface="Corbel Light" panose="020B0303020204020204" pitchFamily="34" charset="0"/>
                <a:cs typeface="Arial" panose="020B0604020202020204" pitchFamily="34" charset="0"/>
              </a:rPr>
              <a:t>Tem dúvidas, sugestões ou quer fazer um evento?</a:t>
            </a:r>
          </a:p>
          <a:p>
            <a:r>
              <a:rPr lang="pt-BR" sz="700" dirty="0">
                <a:latin typeface="Corbel Light" panose="020B0303020204020204" pitchFamily="34" charset="0"/>
                <a:cs typeface="Arial" panose="020B0604020202020204" pitchFamily="34" charset="0"/>
              </a:rPr>
              <a:t>Envie uma mensagem</a:t>
            </a:r>
          </a:p>
        </p:txBody>
      </p:sp>
      <p:sp>
        <p:nvSpPr>
          <p:cNvPr id="278" name="CaixaDeTexto 277">
            <a:extLst>
              <a:ext uri="{FF2B5EF4-FFF2-40B4-BE49-F238E27FC236}">
                <a16:creationId xmlns:a16="http://schemas.microsoft.com/office/drawing/2014/main" id="{41889CF3-8A5C-B9AE-8EE3-E384E6A2E37A}"/>
              </a:ext>
            </a:extLst>
          </p:cNvPr>
          <p:cNvSpPr txBox="1"/>
          <p:nvPr/>
        </p:nvSpPr>
        <p:spPr>
          <a:xfrm>
            <a:off x="622255" y="5719391"/>
            <a:ext cx="1210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>
                <a:solidFill>
                  <a:srgbClr val="8E7958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Fale com a gente</a:t>
            </a:r>
          </a:p>
        </p:txBody>
      </p:sp>
      <p:sp>
        <p:nvSpPr>
          <p:cNvPr id="280" name="CaixaDeTexto 279">
            <a:extLst>
              <a:ext uri="{FF2B5EF4-FFF2-40B4-BE49-F238E27FC236}">
                <a16:creationId xmlns:a16="http://schemas.microsoft.com/office/drawing/2014/main" id="{74BEED50-A573-DC0E-410C-5EA1AAD4150E}"/>
              </a:ext>
            </a:extLst>
          </p:cNvPr>
          <p:cNvSpPr txBox="1"/>
          <p:nvPr/>
        </p:nvSpPr>
        <p:spPr>
          <a:xfrm>
            <a:off x="861455" y="5631926"/>
            <a:ext cx="74571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" b="1" spc="300" dirty="0">
                <a:solidFill>
                  <a:srgbClr val="C66A1A"/>
                </a:solidFill>
                <a:latin typeface="Corbel" panose="020B0503020204020204" pitchFamily="34" charset="0"/>
                <a:cs typeface="Arial" panose="020B0604020202020204" pitchFamily="34" charset="0"/>
              </a:rPr>
              <a:t>CONTATO</a:t>
            </a:r>
          </a:p>
        </p:txBody>
      </p:sp>
      <p:sp>
        <p:nvSpPr>
          <p:cNvPr id="284" name="CaixaDeTexto 283">
            <a:extLst>
              <a:ext uri="{FF2B5EF4-FFF2-40B4-BE49-F238E27FC236}">
                <a16:creationId xmlns:a16="http://schemas.microsoft.com/office/drawing/2014/main" id="{78D2E432-11E5-F955-56EF-9F97CA4B27F1}"/>
              </a:ext>
            </a:extLst>
          </p:cNvPr>
          <p:cNvSpPr txBox="1"/>
          <p:nvPr/>
        </p:nvSpPr>
        <p:spPr>
          <a:xfrm>
            <a:off x="280486" y="2902215"/>
            <a:ext cx="1150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>
                <a:latin typeface="Corbel Light" panose="020B0303020204020204" pitchFamily="34" charset="0"/>
                <a:cs typeface="Arial" panose="020B0604020202020204" pitchFamily="34" charset="0"/>
              </a:rPr>
              <a:t>Equilíbrio entre sabor e cremosidade.</a:t>
            </a:r>
          </a:p>
        </p:txBody>
      </p:sp>
      <p:sp>
        <p:nvSpPr>
          <p:cNvPr id="286" name="CaixaDeTexto 285">
            <a:extLst>
              <a:ext uri="{FF2B5EF4-FFF2-40B4-BE49-F238E27FC236}">
                <a16:creationId xmlns:a16="http://schemas.microsoft.com/office/drawing/2014/main" id="{EAA20536-24C2-897D-3126-6DF0EED31D92}"/>
              </a:ext>
            </a:extLst>
          </p:cNvPr>
          <p:cNvSpPr txBox="1"/>
          <p:nvPr/>
        </p:nvSpPr>
        <p:spPr>
          <a:xfrm>
            <a:off x="1577902" y="2913144"/>
            <a:ext cx="11500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>
                <a:latin typeface="Corbel Light" panose="020B0303020204020204" pitchFamily="34" charset="0"/>
                <a:cs typeface="Arial" panose="020B0604020202020204" pitchFamily="34" charset="0"/>
              </a:rPr>
              <a:t>Leve, doce e irresistível.</a:t>
            </a:r>
          </a:p>
        </p:txBody>
      </p:sp>
      <p:sp>
        <p:nvSpPr>
          <p:cNvPr id="288" name="CaixaDeTexto 287">
            <a:extLst>
              <a:ext uri="{FF2B5EF4-FFF2-40B4-BE49-F238E27FC236}">
                <a16:creationId xmlns:a16="http://schemas.microsoft.com/office/drawing/2014/main" id="{AC8D4B3A-F203-8953-E5D6-65C2C6BE6CBD}"/>
              </a:ext>
            </a:extLst>
          </p:cNvPr>
          <p:cNvSpPr txBox="1"/>
          <p:nvPr/>
        </p:nvSpPr>
        <p:spPr>
          <a:xfrm>
            <a:off x="2926796" y="2896527"/>
            <a:ext cx="11500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>
                <a:latin typeface="Corbel Light" panose="020B0303020204020204" pitchFamily="34" charset="0"/>
                <a:cs typeface="Arial" panose="020B0604020202020204" pitchFamily="34" charset="0"/>
              </a:rPr>
              <a:t>Intenso como boas conversas.</a:t>
            </a:r>
          </a:p>
        </p:txBody>
      </p:sp>
      <p:sp>
        <p:nvSpPr>
          <p:cNvPr id="290" name="CaixaDeTexto 289">
            <a:extLst>
              <a:ext uri="{FF2B5EF4-FFF2-40B4-BE49-F238E27FC236}">
                <a16:creationId xmlns:a16="http://schemas.microsoft.com/office/drawing/2014/main" id="{4BAEB991-7F92-2697-CE44-D7EAAF8A8F50}"/>
              </a:ext>
            </a:extLst>
          </p:cNvPr>
          <p:cNvSpPr txBox="1"/>
          <p:nvPr/>
        </p:nvSpPr>
        <p:spPr>
          <a:xfrm>
            <a:off x="928749" y="3027175"/>
            <a:ext cx="1150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latin typeface="Constantia" panose="02030602050306030303" pitchFamily="18" charset="0"/>
                <a:cs typeface="Arial" panose="020B0604020202020204" pitchFamily="34" charset="0"/>
              </a:rPr>
              <a:t>R$ 14,90</a:t>
            </a:r>
          </a:p>
        </p:txBody>
      </p:sp>
      <p:sp>
        <p:nvSpPr>
          <p:cNvPr id="292" name="CaixaDeTexto 291">
            <a:extLst>
              <a:ext uri="{FF2B5EF4-FFF2-40B4-BE49-F238E27FC236}">
                <a16:creationId xmlns:a16="http://schemas.microsoft.com/office/drawing/2014/main" id="{AA9697A3-C230-A95C-E2DD-29FABB86CD69}"/>
              </a:ext>
            </a:extLst>
          </p:cNvPr>
          <p:cNvSpPr txBox="1"/>
          <p:nvPr/>
        </p:nvSpPr>
        <p:spPr>
          <a:xfrm>
            <a:off x="2232508" y="3032386"/>
            <a:ext cx="1150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latin typeface="Constantia" panose="02030602050306030303" pitchFamily="18" charset="0"/>
                <a:cs typeface="Arial" panose="020B0604020202020204" pitchFamily="34" charset="0"/>
              </a:rPr>
              <a:t>R$ 16,90</a:t>
            </a:r>
          </a:p>
        </p:txBody>
      </p:sp>
      <p:sp>
        <p:nvSpPr>
          <p:cNvPr id="294" name="CaixaDeTexto 293">
            <a:extLst>
              <a:ext uri="{FF2B5EF4-FFF2-40B4-BE49-F238E27FC236}">
                <a16:creationId xmlns:a16="http://schemas.microsoft.com/office/drawing/2014/main" id="{D40E08C5-B752-1F57-24B0-A133696D7815}"/>
              </a:ext>
            </a:extLst>
          </p:cNvPr>
          <p:cNvSpPr txBox="1"/>
          <p:nvPr/>
        </p:nvSpPr>
        <p:spPr>
          <a:xfrm>
            <a:off x="3586116" y="3033062"/>
            <a:ext cx="1150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latin typeface="Constantia" panose="02030602050306030303" pitchFamily="18" charset="0"/>
                <a:cs typeface="Arial" panose="020B0604020202020204" pitchFamily="34" charset="0"/>
              </a:rPr>
              <a:t>R$ 12,90</a:t>
            </a:r>
          </a:p>
        </p:txBody>
      </p:sp>
      <p:sp>
        <p:nvSpPr>
          <p:cNvPr id="295" name="CaixaDeTexto 294">
            <a:extLst>
              <a:ext uri="{FF2B5EF4-FFF2-40B4-BE49-F238E27FC236}">
                <a16:creationId xmlns:a16="http://schemas.microsoft.com/office/drawing/2014/main" id="{25F358DD-FD3D-A8A8-A363-670B265F03D3}"/>
              </a:ext>
            </a:extLst>
          </p:cNvPr>
          <p:cNvSpPr txBox="1"/>
          <p:nvPr/>
        </p:nvSpPr>
        <p:spPr>
          <a:xfrm>
            <a:off x="1587925" y="6775647"/>
            <a:ext cx="5507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chemeClr val="bg1"/>
                </a:solidFill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Início</a:t>
            </a:r>
          </a:p>
        </p:txBody>
      </p:sp>
      <p:sp>
        <p:nvSpPr>
          <p:cNvPr id="296" name="CaixaDeTexto 295">
            <a:extLst>
              <a:ext uri="{FF2B5EF4-FFF2-40B4-BE49-F238E27FC236}">
                <a16:creationId xmlns:a16="http://schemas.microsoft.com/office/drawing/2014/main" id="{D6E71EC2-82D6-92A3-13FC-E6BE4429BA50}"/>
              </a:ext>
            </a:extLst>
          </p:cNvPr>
          <p:cNvSpPr txBox="1"/>
          <p:nvPr/>
        </p:nvSpPr>
        <p:spPr>
          <a:xfrm>
            <a:off x="1889886" y="6778616"/>
            <a:ext cx="5507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chemeClr val="bg1"/>
                </a:solidFill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Sobre</a:t>
            </a:r>
          </a:p>
        </p:txBody>
      </p:sp>
      <p:sp>
        <p:nvSpPr>
          <p:cNvPr id="297" name="CaixaDeTexto 296">
            <a:extLst>
              <a:ext uri="{FF2B5EF4-FFF2-40B4-BE49-F238E27FC236}">
                <a16:creationId xmlns:a16="http://schemas.microsoft.com/office/drawing/2014/main" id="{67AE7B09-8D56-4F14-2583-6EE62F26680E}"/>
              </a:ext>
            </a:extLst>
          </p:cNvPr>
          <p:cNvSpPr txBox="1"/>
          <p:nvPr/>
        </p:nvSpPr>
        <p:spPr>
          <a:xfrm>
            <a:off x="2151476" y="6778616"/>
            <a:ext cx="7387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chemeClr val="bg1"/>
                </a:solidFill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Produtos</a:t>
            </a:r>
          </a:p>
        </p:txBody>
      </p:sp>
      <p:sp>
        <p:nvSpPr>
          <p:cNvPr id="298" name="CaixaDeTexto 297">
            <a:extLst>
              <a:ext uri="{FF2B5EF4-FFF2-40B4-BE49-F238E27FC236}">
                <a16:creationId xmlns:a16="http://schemas.microsoft.com/office/drawing/2014/main" id="{1B43FAC2-6886-8CD7-6B94-920BAB787468}"/>
              </a:ext>
            </a:extLst>
          </p:cNvPr>
          <p:cNvSpPr txBox="1"/>
          <p:nvPr/>
        </p:nvSpPr>
        <p:spPr>
          <a:xfrm>
            <a:off x="2573200" y="6772192"/>
            <a:ext cx="7387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chemeClr val="bg1"/>
                </a:solidFill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Ambiente</a:t>
            </a:r>
          </a:p>
        </p:txBody>
      </p:sp>
      <p:sp>
        <p:nvSpPr>
          <p:cNvPr id="299" name="CaixaDeTexto 298">
            <a:extLst>
              <a:ext uri="{FF2B5EF4-FFF2-40B4-BE49-F238E27FC236}">
                <a16:creationId xmlns:a16="http://schemas.microsoft.com/office/drawing/2014/main" id="{640522CF-FE86-9B9F-EFA2-472C7B0A591A}"/>
              </a:ext>
            </a:extLst>
          </p:cNvPr>
          <p:cNvSpPr txBox="1"/>
          <p:nvPr/>
        </p:nvSpPr>
        <p:spPr>
          <a:xfrm>
            <a:off x="2968134" y="6772833"/>
            <a:ext cx="73878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chemeClr val="bg1"/>
                </a:solidFill>
                <a:latin typeface="Constantia" panose="02030602050306030303" pitchFamily="18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Contato</a:t>
            </a:r>
          </a:p>
        </p:txBody>
      </p:sp>
      <p:grpSp>
        <p:nvGrpSpPr>
          <p:cNvPr id="300" name="Agrupar 299">
            <a:extLst>
              <a:ext uri="{FF2B5EF4-FFF2-40B4-BE49-F238E27FC236}">
                <a16:creationId xmlns:a16="http://schemas.microsoft.com/office/drawing/2014/main" id="{FC628B21-021F-29FE-9F70-A631E35A3D64}"/>
              </a:ext>
            </a:extLst>
          </p:cNvPr>
          <p:cNvGrpSpPr/>
          <p:nvPr/>
        </p:nvGrpSpPr>
        <p:grpSpPr>
          <a:xfrm>
            <a:off x="3482750" y="6763968"/>
            <a:ext cx="738785" cy="193429"/>
            <a:chOff x="3441364" y="180238"/>
            <a:chExt cx="738785" cy="193429"/>
          </a:xfrm>
        </p:grpSpPr>
        <p:sp>
          <p:nvSpPr>
            <p:cNvPr id="301" name="Retângulo: Cantos Arredondados 300">
              <a:extLst>
                <a:ext uri="{FF2B5EF4-FFF2-40B4-BE49-F238E27FC236}">
                  <a16:creationId xmlns:a16="http://schemas.microsoft.com/office/drawing/2014/main" id="{14580D55-4736-FD18-039C-498BCAA4269C}"/>
                </a:ext>
              </a:extLst>
            </p:cNvPr>
            <p:cNvSpPr/>
            <p:nvPr/>
          </p:nvSpPr>
          <p:spPr>
            <a:xfrm>
              <a:off x="3502048" y="180238"/>
              <a:ext cx="628686" cy="192890"/>
            </a:xfrm>
            <a:prstGeom prst="roundRect">
              <a:avLst/>
            </a:prstGeom>
            <a:solidFill>
              <a:srgbClr val="B46218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302" name="CaixaDeTexto 301">
              <a:extLst>
                <a:ext uri="{FF2B5EF4-FFF2-40B4-BE49-F238E27FC236}">
                  <a16:creationId xmlns:a16="http://schemas.microsoft.com/office/drawing/2014/main" id="{5F8E80FF-8B41-0AA3-87E0-093BC6AE2835}"/>
                </a:ext>
              </a:extLst>
            </p:cNvPr>
            <p:cNvSpPr txBox="1"/>
            <p:nvPr/>
          </p:nvSpPr>
          <p:spPr>
            <a:xfrm>
              <a:off x="3441364" y="189001"/>
              <a:ext cx="7387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600" b="1" dirty="0">
                  <a:solidFill>
                    <a:schemeClr val="bg1"/>
                  </a:solidFill>
                  <a:latin typeface="Constantia" panose="02030602050306030303" pitchFamily="18" charset="0"/>
                  <a:ea typeface="Cascadia Mono SemiBold" panose="020B0609020000020004" pitchFamily="49" charset="0"/>
                  <a:cs typeface="Cascadia Mono SemiBold" panose="020B0609020000020004" pitchFamily="49" charset="0"/>
                </a:rPr>
                <a:t>Cardápio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20225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Words>132</Words>
  <Application>Microsoft Office PowerPoint</Application>
  <PresentationFormat>Personalizar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11" baseType="lpstr">
      <vt:lpstr>Aptos</vt:lpstr>
      <vt:lpstr>Aptos Display</vt:lpstr>
      <vt:lpstr>Arial</vt:lpstr>
      <vt:lpstr>Arial Black</vt:lpstr>
      <vt:lpstr>Bahnschrift Condensed</vt:lpstr>
      <vt:lpstr>Cascadia Mono Light</vt:lpstr>
      <vt:lpstr>Constantia</vt:lpstr>
      <vt:lpstr>Corbel</vt:lpstr>
      <vt:lpstr>Corbel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OTAVIO CORREIA</dc:creator>
  <cp:lastModifiedBy>OTAVIO CORREIA</cp:lastModifiedBy>
  <cp:revision>1</cp:revision>
  <dcterms:created xsi:type="dcterms:W3CDTF">2026-09-18T17:08:18Z</dcterms:created>
  <dcterms:modified xsi:type="dcterms:W3CDTF">2026-09-18T19:55:51Z</dcterms:modified>
</cp:coreProperties>
</file>